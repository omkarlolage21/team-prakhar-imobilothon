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67" r:id="rId3"/>
    <p:sldId id="268" r:id="rId4"/>
    <p:sldId id="258" r:id="rId5"/>
    <p:sldId id="259" r:id="rId6"/>
    <p:sldId id="260" r:id="rId7"/>
    <p:sldId id="261" r:id="rId8"/>
    <p:sldId id="276" r:id="rId9"/>
    <p:sldId id="277" r:id="rId10"/>
    <p:sldId id="278" r:id="rId11"/>
    <p:sldId id="262" r:id="rId12"/>
    <p:sldId id="263" r:id="rId13"/>
    <p:sldId id="266" r:id="rId14"/>
    <p:sldId id="257" r:id="rId15"/>
    <p:sldId id="273" r:id="rId16"/>
    <p:sldId id="275"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0699B5-B7BE-46F0-BB15-1944A123CCD9}" v="302" dt="2025-10-21T18:03:09.7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11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kar Lolage" userId="b0455e2df38b44be" providerId="LiveId" clId="{30C178EB-052E-4F42-BA4C-2FB7BFD965C0}"/>
    <pc:docChg chg="undo custSel addSld delSld modSld sldOrd">
      <pc:chgData name="Omkar Lolage" userId="b0455e2df38b44be" providerId="LiveId" clId="{30C178EB-052E-4F42-BA4C-2FB7BFD965C0}" dt="2025-10-21T18:22:34.846" v="1483" actId="1076"/>
      <pc:docMkLst>
        <pc:docMk/>
      </pc:docMkLst>
      <pc:sldChg chg="modSp mod">
        <pc:chgData name="Omkar Lolage" userId="b0455e2df38b44be" providerId="LiveId" clId="{30C178EB-052E-4F42-BA4C-2FB7BFD965C0}" dt="2025-10-19T06:12:27.158" v="25" actId="20577"/>
        <pc:sldMkLst>
          <pc:docMk/>
          <pc:sldMk cId="0" sldId="256"/>
        </pc:sldMkLst>
        <pc:spChg chg="mod">
          <ac:chgData name="Omkar Lolage" userId="b0455e2df38b44be" providerId="LiveId" clId="{30C178EB-052E-4F42-BA4C-2FB7BFD965C0}" dt="2025-10-19T06:12:27.158" v="25" actId="20577"/>
          <ac:spMkLst>
            <pc:docMk/>
            <pc:sldMk cId="0" sldId="256"/>
            <ac:spMk id="55" creationId="{00000000-0000-0000-0000-000000000000}"/>
          </ac:spMkLst>
        </pc:spChg>
      </pc:sldChg>
      <pc:sldChg chg="addSp delSp modSp mod ord modShow">
        <pc:chgData name="Omkar Lolage" userId="b0455e2df38b44be" providerId="LiveId" clId="{30C178EB-052E-4F42-BA4C-2FB7BFD965C0}" dt="2025-10-21T16:57:18.899" v="503"/>
        <pc:sldMkLst>
          <pc:docMk/>
          <pc:sldMk cId="0" sldId="257"/>
        </pc:sldMkLst>
        <pc:spChg chg="add mod">
          <ac:chgData name="Omkar Lolage" userId="b0455e2df38b44be" providerId="LiveId" clId="{30C178EB-052E-4F42-BA4C-2FB7BFD965C0}" dt="2025-10-21T16:23:33.145" v="241" actId="6549"/>
          <ac:spMkLst>
            <pc:docMk/>
            <pc:sldMk cId="0" sldId="257"/>
            <ac:spMk id="3" creationId="{2A4A7595-DBD7-2BFC-EC5B-E06BBEF0BADB}"/>
          </ac:spMkLst>
        </pc:spChg>
        <pc:spChg chg="add">
          <ac:chgData name="Omkar Lolage" userId="b0455e2df38b44be" providerId="LiveId" clId="{30C178EB-052E-4F42-BA4C-2FB7BFD965C0}" dt="2025-10-21T16:11:56.923" v="73"/>
          <ac:spMkLst>
            <pc:docMk/>
            <pc:sldMk cId="0" sldId="257"/>
            <ac:spMk id="4" creationId="{9FBCD164-E449-B4FE-746B-6B15FC9CB577}"/>
          </ac:spMkLst>
        </pc:spChg>
        <pc:spChg chg="add del mod">
          <ac:chgData name="Omkar Lolage" userId="b0455e2df38b44be" providerId="LiveId" clId="{30C178EB-052E-4F42-BA4C-2FB7BFD965C0}" dt="2025-10-21T16:12:05.777" v="78"/>
          <ac:spMkLst>
            <pc:docMk/>
            <pc:sldMk cId="0" sldId="257"/>
            <ac:spMk id="5" creationId="{B83F4205-2ED1-0396-019B-2F4091B1010C}"/>
          </ac:spMkLst>
        </pc:spChg>
        <pc:spChg chg="add del mod">
          <ac:chgData name="Omkar Lolage" userId="b0455e2df38b44be" providerId="LiveId" clId="{30C178EB-052E-4F42-BA4C-2FB7BFD965C0}" dt="2025-10-21T16:13:21.601" v="110" actId="47"/>
          <ac:spMkLst>
            <pc:docMk/>
            <pc:sldMk cId="0" sldId="257"/>
            <ac:spMk id="6" creationId="{FDF6D5C9-86D0-D9EA-1C0B-AA65DA66F1C0}"/>
          </ac:spMkLst>
        </pc:spChg>
        <pc:spChg chg="mod">
          <ac:chgData name="Omkar Lolage" userId="b0455e2df38b44be" providerId="LiveId" clId="{30C178EB-052E-4F42-BA4C-2FB7BFD965C0}" dt="2025-10-21T16:17:23.476" v="146" actId="1076"/>
          <ac:spMkLst>
            <pc:docMk/>
            <pc:sldMk cId="0" sldId="257"/>
            <ac:spMk id="64" creationId="{00000000-0000-0000-0000-000000000000}"/>
          </ac:spMkLst>
        </pc:spChg>
      </pc:sldChg>
      <pc:sldChg chg="addSp delSp modSp mod">
        <pc:chgData name="Omkar Lolage" userId="b0455e2df38b44be" providerId="LiveId" clId="{30C178EB-052E-4F42-BA4C-2FB7BFD965C0}" dt="2025-10-21T17:35:25.988" v="797" actId="1038"/>
        <pc:sldMkLst>
          <pc:docMk/>
          <pc:sldMk cId="0" sldId="258"/>
        </pc:sldMkLst>
        <pc:spChg chg="add del mod">
          <ac:chgData name="Omkar Lolage" userId="b0455e2df38b44be" providerId="LiveId" clId="{30C178EB-052E-4F42-BA4C-2FB7BFD965C0}" dt="2025-10-21T17:31:07.967" v="728"/>
          <ac:spMkLst>
            <pc:docMk/>
            <pc:sldMk cId="0" sldId="258"/>
            <ac:spMk id="3" creationId="{412E4FA2-E97F-20C6-F57A-A7F71C3AE9F3}"/>
          </ac:spMkLst>
        </pc:spChg>
        <pc:spChg chg="mod">
          <ac:chgData name="Omkar Lolage" userId="b0455e2df38b44be" providerId="LiveId" clId="{30C178EB-052E-4F42-BA4C-2FB7BFD965C0}" dt="2025-10-21T17:33:42.728" v="765"/>
          <ac:spMkLst>
            <pc:docMk/>
            <pc:sldMk cId="0" sldId="258"/>
            <ac:spMk id="6" creationId="{2809885E-0CF6-4CE5-5B00-ED3DFD037F2C}"/>
          </ac:spMkLst>
        </pc:spChg>
        <pc:spChg chg="mod">
          <ac:chgData name="Omkar Lolage" userId="b0455e2df38b44be" providerId="LiveId" clId="{30C178EB-052E-4F42-BA4C-2FB7BFD965C0}" dt="2025-10-21T17:33:42.728" v="765"/>
          <ac:spMkLst>
            <pc:docMk/>
            <pc:sldMk cId="0" sldId="258"/>
            <ac:spMk id="7" creationId="{ABEF9C0B-72C6-31C3-3124-BAE91C4D7D31}"/>
          </ac:spMkLst>
        </pc:spChg>
        <pc:spChg chg="mod">
          <ac:chgData name="Omkar Lolage" userId="b0455e2df38b44be" providerId="LiveId" clId="{30C178EB-052E-4F42-BA4C-2FB7BFD965C0}" dt="2025-10-21T17:33:42.728" v="765"/>
          <ac:spMkLst>
            <pc:docMk/>
            <pc:sldMk cId="0" sldId="258"/>
            <ac:spMk id="10" creationId="{9A5D7B83-3F5D-976B-2A27-7D7A8974014E}"/>
          </ac:spMkLst>
        </pc:spChg>
        <pc:spChg chg="mod">
          <ac:chgData name="Omkar Lolage" userId="b0455e2df38b44be" providerId="LiveId" clId="{30C178EB-052E-4F42-BA4C-2FB7BFD965C0}" dt="2025-10-21T17:33:42.728" v="765"/>
          <ac:spMkLst>
            <pc:docMk/>
            <pc:sldMk cId="0" sldId="258"/>
            <ac:spMk id="12" creationId="{20229928-BD63-9CB7-5CBC-FED5116FE356}"/>
          </ac:spMkLst>
        </pc:spChg>
        <pc:spChg chg="mod">
          <ac:chgData name="Omkar Lolage" userId="b0455e2df38b44be" providerId="LiveId" clId="{30C178EB-052E-4F42-BA4C-2FB7BFD965C0}" dt="2025-10-21T17:33:42.728" v="765"/>
          <ac:spMkLst>
            <pc:docMk/>
            <pc:sldMk cId="0" sldId="258"/>
            <ac:spMk id="13" creationId="{43491D4E-8311-B7AC-83B1-D9914458CF25}"/>
          </ac:spMkLst>
        </pc:spChg>
        <pc:spChg chg="mod">
          <ac:chgData name="Omkar Lolage" userId="b0455e2df38b44be" providerId="LiveId" clId="{30C178EB-052E-4F42-BA4C-2FB7BFD965C0}" dt="2025-10-21T17:33:42.728" v="765"/>
          <ac:spMkLst>
            <pc:docMk/>
            <pc:sldMk cId="0" sldId="258"/>
            <ac:spMk id="14" creationId="{915A2144-0F6D-EDCB-50D6-82FD0111ED82}"/>
          </ac:spMkLst>
        </pc:spChg>
        <pc:spChg chg="mod">
          <ac:chgData name="Omkar Lolage" userId="b0455e2df38b44be" providerId="LiveId" clId="{30C178EB-052E-4F42-BA4C-2FB7BFD965C0}" dt="2025-10-21T17:33:42.728" v="765"/>
          <ac:spMkLst>
            <pc:docMk/>
            <pc:sldMk cId="0" sldId="258"/>
            <ac:spMk id="16" creationId="{CDBB7FF1-494B-29B6-ECCF-7B976C118930}"/>
          </ac:spMkLst>
        </pc:spChg>
        <pc:spChg chg="mod">
          <ac:chgData name="Omkar Lolage" userId="b0455e2df38b44be" providerId="LiveId" clId="{30C178EB-052E-4F42-BA4C-2FB7BFD965C0}" dt="2025-10-21T17:33:42.728" v="765"/>
          <ac:spMkLst>
            <pc:docMk/>
            <pc:sldMk cId="0" sldId="258"/>
            <ac:spMk id="17" creationId="{1F3A3889-ADFA-3D46-9D4E-C42468B2DC5E}"/>
          </ac:spMkLst>
        </pc:spChg>
        <pc:spChg chg="mod">
          <ac:chgData name="Omkar Lolage" userId="b0455e2df38b44be" providerId="LiveId" clId="{30C178EB-052E-4F42-BA4C-2FB7BFD965C0}" dt="2025-10-21T17:33:42.728" v="765"/>
          <ac:spMkLst>
            <pc:docMk/>
            <pc:sldMk cId="0" sldId="258"/>
            <ac:spMk id="18" creationId="{832E9644-9BD2-C639-21AE-A152271BA8ED}"/>
          </ac:spMkLst>
        </pc:spChg>
        <pc:spChg chg="mod">
          <ac:chgData name="Omkar Lolage" userId="b0455e2df38b44be" providerId="LiveId" clId="{30C178EB-052E-4F42-BA4C-2FB7BFD965C0}" dt="2025-10-21T17:33:42.728" v="765"/>
          <ac:spMkLst>
            <pc:docMk/>
            <pc:sldMk cId="0" sldId="258"/>
            <ac:spMk id="19" creationId="{B2F63A20-99F3-64A2-1D56-ADD5976B4341}"/>
          </ac:spMkLst>
        </pc:spChg>
        <pc:spChg chg="add del mod">
          <ac:chgData name="Omkar Lolage" userId="b0455e2df38b44be" providerId="LiveId" clId="{30C178EB-052E-4F42-BA4C-2FB7BFD965C0}" dt="2025-10-21T17:33:59.591" v="767" actId="478"/>
          <ac:spMkLst>
            <pc:docMk/>
            <pc:sldMk cId="0" sldId="258"/>
            <ac:spMk id="20" creationId="{DE64373C-B636-FC21-9CC4-A8EE449BDE04}"/>
          </ac:spMkLst>
        </pc:spChg>
        <pc:spChg chg="add del mod">
          <ac:chgData name="Omkar Lolage" userId="b0455e2df38b44be" providerId="LiveId" clId="{30C178EB-052E-4F42-BA4C-2FB7BFD965C0}" dt="2025-10-21T17:34:01.839" v="769" actId="478"/>
          <ac:spMkLst>
            <pc:docMk/>
            <pc:sldMk cId="0" sldId="258"/>
            <ac:spMk id="22" creationId="{8C959975-81E8-866D-B63B-2847078E199E}"/>
          </ac:spMkLst>
        </pc:spChg>
        <pc:spChg chg="add mod">
          <ac:chgData name="Omkar Lolage" userId="b0455e2df38b44be" providerId="LiveId" clId="{30C178EB-052E-4F42-BA4C-2FB7BFD965C0}" dt="2025-10-21T17:34:20.847" v="772" actId="1076"/>
          <ac:spMkLst>
            <pc:docMk/>
            <pc:sldMk cId="0" sldId="258"/>
            <ac:spMk id="23" creationId="{4EA6FC81-C050-6E63-75F9-0A6B35DB5734}"/>
          </ac:spMkLst>
        </pc:spChg>
        <pc:spChg chg="mod">
          <ac:chgData name="Omkar Lolage" userId="b0455e2df38b44be" providerId="LiveId" clId="{30C178EB-052E-4F42-BA4C-2FB7BFD965C0}" dt="2025-10-21T17:34:26.463" v="774"/>
          <ac:spMkLst>
            <pc:docMk/>
            <pc:sldMk cId="0" sldId="258"/>
            <ac:spMk id="25" creationId="{0D1C8CA4-845B-C559-9681-9B914E187E1E}"/>
          </ac:spMkLst>
        </pc:spChg>
        <pc:spChg chg="mod">
          <ac:chgData name="Omkar Lolage" userId="b0455e2df38b44be" providerId="LiveId" clId="{30C178EB-052E-4F42-BA4C-2FB7BFD965C0}" dt="2025-10-21T17:34:26.463" v="774"/>
          <ac:spMkLst>
            <pc:docMk/>
            <pc:sldMk cId="0" sldId="258"/>
            <ac:spMk id="27" creationId="{ABEF9C0B-72C6-31C3-3124-BAE91C4D7D31}"/>
          </ac:spMkLst>
        </pc:spChg>
        <pc:spChg chg="mod">
          <ac:chgData name="Omkar Lolage" userId="b0455e2df38b44be" providerId="LiveId" clId="{30C178EB-052E-4F42-BA4C-2FB7BFD965C0}" dt="2025-10-21T17:34:26.463" v="774"/>
          <ac:spMkLst>
            <pc:docMk/>
            <pc:sldMk cId="0" sldId="258"/>
            <ac:spMk id="28" creationId="{B7B135E8-A01E-5727-DCF4-A661A88A25BE}"/>
          </ac:spMkLst>
        </pc:spChg>
        <pc:spChg chg="mod">
          <ac:chgData name="Omkar Lolage" userId="b0455e2df38b44be" providerId="LiveId" clId="{30C178EB-052E-4F42-BA4C-2FB7BFD965C0}" dt="2025-10-21T17:34:26.463" v="774"/>
          <ac:spMkLst>
            <pc:docMk/>
            <pc:sldMk cId="0" sldId="258"/>
            <ac:spMk id="30" creationId="{9A5D7B83-3F5D-976B-2A27-7D7A8974014E}"/>
          </ac:spMkLst>
        </pc:spChg>
        <pc:spChg chg="mod">
          <ac:chgData name="Omkar Lolage" userId="b0455e2df38b44be" providerId="LiveId" clId="{30C178EB-052E-4F42-BA4C-2FB7BFD965C0}" dt="2025-10-21T17:34:26.463" v="774"/>
          <ac:spMkLst>
            <pc:docMk/>
            <pc:sldMk cId="0" sldId="258"/>
            <ac:spMk id="31" creationId="{5CB72CD7-D59F-7B08-9CBA-8CD938E581F3}"/>
          </ac:spMkLst>
        </pc:spChg>
        <pc:spChg chg="mod">
          <ac:chgData name="Omkar Lolage" userId="b0455e2df38b44be" providerId="LiveId" clId="{30C178EB-052E-4F42-BA4C-2FB7BFD965C0}" dt="2025-10-21T17:34:26.463" v="774"/>
          <ac:spMkLst>
            <pc:docMk/>
            <pc:sldMk cId="0" sldId="258"/>
            <ac:spMk id="33" creationId="{43491D4E-8311-B7AC-83B1-D9914458CF25}"/>
          </ac:spMkLst>
        </pc:spChg>
        <pc:spChg chg="mod">
          <ac:chgData name="Omkar Lolage" userId="b0455e2df38b44be" providerId="LiveId" clId="{30C178EB-052E-4F42-BA4C-2FB7BFD965C0}" dt="2025-10-21T17:34:26.463" v="774"/>
          <ac:spMkLst>
            <pc:docMk/>
            <pc:sldMk cId="0" sldId="258"/>
            <ac:spMk id="36" creationId="{CDBB7FF1-494B-29B6-ECCF-7B976C118930}"/>
          </ac:spMkLst>
        </pc:spChg>
        <pc:spChg chg="mod">
          <ac:chgData name="Omkar Lolage" userId="b0455e2df38b44be" providerId="LiveId" clId="{30C178EB-052E-4F42-BA4C-2FB7BFD965C0}" dt="2025-10-21T17:34:26.463" v="774"/>
          <ac:spMkLst>
            <pc:docMk/>
            <pc:sldMk cId="0" sldId="258"/>
            <ac:spMk id="37" creationId="{1F3A3889-ADFA-3D46-9D4E-C42468B2DC5E}"/>
          </ac:spMkLst>
        </pc:spChg>
        <pc:spChg chg="mod">
          <ac:chgData name="Omkar Lolage" userId="b0455e2df38b44be" providerId="LiveId" clId="{30C178EB-052E-4F42-BA4C-2FB7BFD965C0}" dt="2025-10-21T17:34:26.463" v="774"/>
          <ac:spMkLst>
            <pc:docMk/>
            <pc:sldMk cId="0" sldId="258"/>
            <ac:spMk id="38" creationId="{832E9644-9BD2-C639-21AE-A152271BA8ED}"/>
          </ac:spMkLst>
        </pc:spChg>
        <pc:spChg chg="mod">
          <ac:chgData name="Omkar Lolage" userId="b0455e2df38b44be" providerId="LiveId" clId="{30C178EB-052E-4F42-BA4C-2FB7BFD965C0}" dt="2025-10-21T17:34:26.463" v="774"/>
          <ac:spMkLst>
            <pc:docMk/>
            <pc:sldMk cId="0" sldId="258"/>
            <ac:spMk id="39" creationId="{B2F63A20-99F3-64A2-1D56-ADD5976B4341}"/>
          </ac:spMkLst>
        </pc:spChg>
        <pc:spChg chg="mod">
          <ac:chgData name="Omkar Lolage" userId="b0455e2df38b44be" providerId="LiveId" clId="{30C178EB-052E-4F42-BA4C-2FB7BFD965C0}" dt="2025-10-21T17:35:12.104" v="785"/>
          <ac:spMkLst>
            <pc:docMk/>
            <pc:sldMk cId="0" sldId="258"/>
            <ac:spMk id="42" creationId="{221AFA02-8E4E-3838-15C5-6660DB9B5D4D}"/>
          </ac:spMkLst>
        </pc:spChg>
        <pc:spChg chg="mod">
          <ac:chgData name="Omkar Lolage" userId="b0455e2df38b44be" providerId="LiveId" clId="{30C178EB-052E-4F42-BA4C-2FB7BFD965C0}" dt="2025-10-21T17:35:12.104" v="785"/>
          <ac:spMkLst>
            <pc:docMk/>
            <pc:sldMk cId="0" sldId="258"/>
            <ac:spMk id="43" creationId="{F1F4BC15-49A3-39E4-0809-1A9DF8BCBBDD}"/>
          </ac:spMkLst>
        </pc:spChg>
        <pc:spChg chg="mod">
          <ac:chgData name="Omkar Lolage" userId="b0455e2df38b44be" providerId="LiveId" clId="{30C178EB-052E-4F42-BA4C-2FB7BFD965C0}" dt="2025-10-21T17:35:12.104" v="785"/>
          <ac:spMkLst>
            <pc:docMk/>
            <pc:sldMk cId="0" sldId="258"/>
            <ac:spMk id="44" creationId="{FB72A673-4E7D-99C5-4CD2-718B32B8004C}"/>
          </ac:spMkLst>
        </pc:spChg>
        <pc:spChg chg="mod">
          <ac:chgData name="Omkar Lolage" userId="b0455e2df38b44be" providerId="LiveId" clId="{30C178EB-052E-4F42-BA4C-2FB7BFD965C0}" dt="2025-10-21T17:35:12.104" v="785"/>
          <ac:spMkLst>
            <pc:docMk/>
            <pc:sldMk cId="0" sldId="258"/>
            <ac:spMk id="46" creationId="{9A5FABB6-A2E2-D923-3457-CDB2F5DBA074}"/>
          </ac:spMkLst>
        </pc:spChg>
        <pc:spChg chg="mod">
          <ac:chgData name="Omkar Lolage" userId="b0455e2df38b44be" providerId="LiveId" clId="{30C178EB-052E-4F42-BA4C-2FB7BFD965C0}" dt="2025-10-21T17:35:12.104" v="785"/>
          <ac:spMkLst>
            <pc:docMk/>
            <pc:sldMk cId="0" sldId="258"/>
            <ac:spMk id="47" creationId="{7A4D8DD9-69F4-0429-5DD5-8FAF39168128}"/>
          </ac:spMkLst>
        </pc:spChg>
        <pc:spChg chg="mod">
          <ac:chgData name="Omkar Lolage" userId="b0455e2df38b44be" providerId="LiveId" clId="{30C178EB-052E-4F42-BA4C-2FB7BFD965C0}" dt="2025-10-21T17:35:12.104" v="785"/>
          <ac:spMkLst>
            <pc:docMk/>
            <pc:sldMk cId="0" sldId="258"/>
            <ac:spMk id="48" creationId="{F60BAD43-5168-77D5-DFD9-EE6F5A3ECDB9}"/>
          </ac:spMkLst>
        </pc:spChg>
        <pc:spChg chg="mod">
          <ac:chgData name="Omkar Lolage" userId="b0455e2df38b44be" providerId="LiveId" clId="{30C178EB-052E-4F42-BA4C-2FB7BFD965C0}" dt="2025-10-21T17:35:12.104" v="785"/>
          <ac:spMkLst>
            <pc:docMk/>
            <pc:sldMk cId="0" sldId="258"/>
            <ac:spMk id="49" creationId="{E195DB8C-7F84-6144-C25D-CEC25F4A3449}"/>
          </ac:spMkLst>
        </pc:spChg>
        <pc:spChg chg="mod">
          <ac:chgData name="Omkar Lolage" userId="b0455e2df38b44be" providerId="LiveId" clId="{30C178EB-052E-4F42-BA4C-2FB7BFD965C0}" dt="2025-10-21T17:35:12.104" v="785"/>
          <ac:spMkLst>
            <pc:docMk/>
            <pc:sldMk cId="0" sldId="258"/>
            <ac:spMk id="50" creationId="{EFA91774-BB1A-7128-8A34-6710BE26A19F}"/>
          </ac:spMkLst>
        </pc:spChg>
        <pc:spChg chg="mod">
          <ac:chgData name="Omkar Lolage" userId="b0455e2df38b44be" providerId="LiveId" clId="{30C178EB-052E-4F42-BA4C-2FB7BFD965C0}" dt="2025-10-21T17:35:12.104" v="785"/>
          <ac:spMkLst>
            <pc:docMk/>
            <pc:sldMk cId="0" sldId="258"/>
            <ac:spMk id="53" creationId="{83A42512-D317-71C2-8CDB-195743D733B5}"/>
          </ac:spMkLst>
        </pc:spChg>
        <pc:spChg chg="mod">
          <ac:chgData name="Omkar Lolage" userId="b0455e2df38b44be" providerId="LiveId" clId="{30C178EB-052E-4F42-BA4C-2FB7BFD965C0}" dt="2025-10-21T17:35:12.104" v="785"/>
          <ac:spMkLst>
            <pc:docMk/>
            <pc:sldMk cId="0" sldId="258"/>
            <ac:spMk id="56" creationId="{B9742BFE-33E4-8BDA-06F8-47A8F048C325}"/>
          </ac:spMkLst>
        </pc:spChg>
        <pc:spChg chg="del">
          <ac:chgData name="Omkar Lolage" userId="b0455e2df38b44be" providerId="LiveId" clId="{30C178EB-052E-4F42-BA4C-2FB7BFD965C0}" dt="2025-10-21T17:19:09.490" v="504" actId="478"/>
          <ac:spMkLst>
            <pc:docMk/>
            <pc:sldMk cId="0" sldId="258"/>
            <ac:spMk id="72" creationId="{00000000-0000-0000-0000-000000000000}"/>
          </ac:spMkLst>
        </pc:spChg>
        <pc:grpChg chg="del">
          <ac:chgData name="Omkar Lolage" userId="b0455e2df38b44be" providerId="LiveId" clId="{30C178EB-052E-4F42-BA4C-2FB7BFD965C0}" dt="2025-10-21T17:34:25.647" v="773" actId="21"/>
          <ac:grpSpMkLst>
            <pc:docMk/>
            <pc:sldMk cId="0" sldId="258"/>
            <ac:grpSpMk id="4" creationId="{D5878192-66F0-202D-27D4-DBD821C7180D}"/>
          </ac:grpSpMkLst>
        </pc:grpChg>
        <pc:picChg chg="add mod">
          <ac:chgData name="Omkar Lolage" userId="b0455e2df38b44be" providerId="LiveId" clId="{30C178EB-052E-4F42-BA4C-2FB7BFD965C0}" dt="2025-10-21T17:34:42.070" v="781" actId="14100"/>
          <ac:picMkLst>
            <pc:docMk/>
            <pc:sldMk cId="0" sldId="258"/>
            <ac:picMk id="40" creationId="{4F169D20-6098-328B-2F5D-5FDB9B88B1F9}"/>
          </ac:picMkLst>
        </pc:picChg>
        <pc:picChg chg="add mod">
          <ac:chgData name="Omkar Lolage" userId="b0455e2df38b44be" providerId="LiveId" clId="{30C178EB-052E-4F42-BA4C-2FB7BFD965C0}" dt="2025-10-21T17:35:25.988" v="797" actId="1038"/>
          <ac:picMkLst>
            <pc:docMk/>
            <pc:sldMk cId="0" sldId="258"/>
            <ac:picMk id="57" creationId="{ADFF4714-288B-F524-C766-9E2CE477010B}"/>
          </ac:picMkLst>
        </pc:picChg>
      </pc:sldChg>
      <pc:sldChg chg="addSp delSp modSp mod ord">
        <pc:chgData name="Omkar Lolage" userId="b0455e2df38b44be" providerId="LiveId" clId="{30C178EB-052E-4F42-BA4C-2FB7BFD965C0}" dt="2025-10-21T18:03:13.196" v="1278" actId="1076"/>
        <pc:sldMkLst>
          <pc:docMk/>
          <pc:sldMk cId="0" sldId="259"/>
        </pc:sldMkLst>
        <pc:spChg chg="add del mod">
          <ac:chgData name="Omkar Lolage" userId="b0455e2df38b44be" providerId="LiveId" clId="{30C178EB-052E-4F42-BA4C-2FB7BFD965C0}" dt="2025-10-21T17:45:08.834" v="954"/>
          <ac:spMkLst>
            <pc:docMk/>
            <pc:sldMk cId="0" sldId="259"/>
            <ac:spMk id="3" creationId="{FC77B11A-A984-3543-3CAA-BDA8979C9915}"/>
          </ac:spMkLst>
        </pc:spChg>
        <pc:spChg chg="mod">
          <ac:chgData name="Omkar Lolage" userId="b0455e2df38b44be" providerId="LiveId" clId="{30C178EB-052E-4F42-BA4C-2FB7BFD965C0}" dt="2025-10-21T18:02:50.537" v="1274"/>
          <ac:spMkLst>
            <pc:docMk/>
            <pc:sldMk cId="0" sldId="259"/>
            <ac:spMk id="12" creationId="{4CD10432-9EA9-9A43-1BB3-8DD9C3E427B9}"/>
          </ac:spMkLst>
        </pc:spChg>
        <pc:spChg chg="mod">
          <ac:chgData name="Omkar Lolage" userId="b0455e2df38b44be" providerId="LiveId" clId="{30C178EB-052E-4F42-BA4C-2FB7BFD965C0}" dt="2025-10-21T18:02:50.537" v="1274"/>
          <ac:spMkLst>
            <pc:docMk/>
            <pc:sldMk cId="0" sldId="259"/>
            <ac:spMk id="19" creationId="{2E7384B6-9DE6-FA2E-3977-6CF57A923C5D}"/>
          </ac:spMkLst>
        </pc:spChg>
        <pc:spChg chg="mod">
          <ac:chgData name="Omkar Lolage" userId="b0455e2df38b44be" providerId="LiveId" clId="{30C178EB-052E-4F42-BA4C-2FB7BFD965C0}" dt="2025-10-21T18:02:50.537" v="1274"/>
          <ac:spMkLst>
            <pc:docMk/>
            <pc:sldMk cId="0" sldId="259"/>
            <ac:spMk id="23" creationId="{46F5C056-FF0B-8130-6A8E-F31808C404B1}"/>
          </ac:spMkLst>
        </pc:spChg>
        <pc:spChg chg="mod">
          <ac:chgData name="Omkar Lolage" userId="b0455e2df38b44be" providerId="LiveId" clId="{30C178EB-052E-4F42-BA4C-2FB7BFD965C0}" dt="2025-10-21T18:02:50.537" v="1274"/>
          <ac:spMkLst>
            <pc:docMk/>
            <pc:sldMk cId="0" sldId="259"/>
            <ac:spMk id="25" creationId="{812F9D7E-983B-337B-681A-94A76397C120}"/>
          </ac:spMkLst>
        </pc:spChg>
        <pc:spChg chg="mod">
          <ac:chgData name="Omkar Lolage" userId="b0455e2df38b44be" providerId="LiveId" clId="{30C178EB-052E-4F42-BA4C-2FB7BFD965C0}" dt="2025-10-21T18:02:50.537" v="1274"/>
          <ac:spMkLst>
            <pc:docMk/>
            <pc:sldMk cId="0" sldId="259"/>
            <ac:spMk id="26" creationId="{BD871584-D073-1BB2-7A33-CD1BD954CF92}"/>
          </ac:spMkLst>
        </pc:spChg>
        <pc:spChg chg="mod">
          <ac:chgData name="Omkar Lolage" userId="b0455e2df38b44be" providerId="LiveId" clId="{30C178EB-052E-4F42-BA4C-2FB7BFD965C0}" dt="2025-10-21T18:02:50.537" v="1274"/>
          <ac:spMkLst>
            <pc:docMk/>
            <pc:sldMk cId="0" sldId="259"/>
            <ac:spMk id="29" creationId="{F5530F59-C4BC-F784-622B-7BDD25481021}"/>
          </ac:spMkLst>
        </pc:spChg>
        <pc:spChg chg="mod">
          <ac:chgData name="Omkar Lolage" userId="b0455e2df38b44be" providerId="LiveId" clId="{30C178EB-052E-4F42-BA4C-2FB7BFD965C0}" dt="2025-10-21T18:02:50.537" v="1274"/>
          <ac:spMkLst>
            <pc:docMk/>
            <pc:sldMk cId="0" sldId="259"/>
            <ac:spMk id="38" creationId="{562C474A-5211-2373-61F1-72B680C0996D}"/>
          </ac:spMkLst>
        </pc:spChg>
        <pc:spChg chg="mod">
          <ac:chgData name="Omkar Lolage" userId="b0455e2df38b44be" providerId="LiveId" clId="{30C178EB-052E-4F42-BA4C-2FB7BFD965C0}" dt="2025-10-21T18:02:50.537" v="1274"/>
          <ac:spMkLst>
            <pc:docMk/>
            <pc:sldMk cId="0" sldId="259"/>
            <ac:spMk id="39" creationId="{52D1E2A8-EA86-6B87-50E1-C27EB70188D6}"/>
          </ac:spMkLst>
        </pc:spChg>
        <pc:spChg chg="mod">
          <ac:chgData name="Omkar Lolage" userId="b0455e2df38b44be" providerId="LiveId" clId="{30C178EB-052E-4F42-BA4C-2FB7BFD965C0}" dt="2025-10-21T18:02:50.537" v="1274"/>
          <ac:spMkLst>
            <pc:docMk/>
            <pc:sldMk cId="0" sldId="259"/>
            <ac:spMk id="44" creationId="{B000D44F-B856-3432-AFB8-23CF290D35E0}"/>
          </ac:spMkLst>
        </pc:spChg>
        <pc:spChg chg="mod">
          <ac:chgData name="Omkar Lolage" userId="b0455e2df38b44be" providerId="LiveId" clId="{30C178EB-052E-4F42-BA4C-2FB7BFD965C0}" dt="2025-10-21T18:02:50.537" v="1274"/>
          <ac:spMkLst>
            <pc:docMk/>
            <pc:sldMk cId="0" sldId="259"/>
            <ac:spMk id="48" creationId="{9B64E9ED-B29F-4423-47DD-F1844C69C91D}"/>
          </ac:spMkLst>
        </pc:spChg>
        <pc:spChg chg="mod">
          <ac:chgData name="Omkar Lolage" userId="b0455e2df38b44be" providerId="LiveId" clId="{30C178EB-052E-4F42-BA4C-2FB7BFD965C0}" dt="2025-10-21T18:03:09.738" v="1277"/>
          <ac:spMkLst>
            <pc:docMk/>
            <pc:sldMk cId="0" sldId="259"/>
            <ac:spMk id="56" creationId="{49A9E2F8-C11E-7FB9-FD99-CDE9A8B14A0A}"/>
          </ac:spMkLst>
        </pc:spChg>
        <pc:spChg chg="mod">
          <ac:chgData name="Omkar Lolage" userId="b0455e2df38b44be" providerId="LiveId" clId="{30C178EB-052E-4F42-BA4C-2FB7BFD965C0}" dt="2025-10-21T18:03:09.738" v="1277"/>
          <ac:spMkLst>
            <pc:docMk/>
            <pc:sldMk cId="0" sldId="259"/>
            <ac:spMk id="68" creationId="{D1372015-68FE-A177-0100-3F5B782305DC}"/>
          </ac:spMkLst>
        </pc:spChg>
        <pc:spChg chg="mod">
          <ac:chgData name="Omkar Lolage" userId="b0455e2df38b44be" providerId="LiveId" clId="{30C178EB-052E-4F42-BA4C-2FB7BFD965C0}" dt="2025-10-21T18:03:09.738" v="1277"/>
          <ac:spMkLst>
            <pc:docMk/>
            <pc:sldMk cId="0" sldId="259"/>
            <ac:spMk id="76" creationId="{FA945060-F1DA-6349-06BD-134835328334}"/>
          </ac:spMkLst>
        </pc:spChg>
        <pc:spChg chg="mod">
          <ac:chgData name="Omkar Lolage" userId="b0455e2df38b44be" providerId="LiveId" clId="{30C178EB-052E-4F42-BA4C-2FB7BFD965C0}" dt="2025-10-21T18:03:09.738" v="1277"/>
          <ac:spMkLst>
            <pc:docMk/>
            <pc:sldMk cId="0" sldId="259"/>
            <ac:spMk id="83" creationId="{F39A5E70-32D5-C6F1-E5F7-7D91092B6343}"/>
          </ac:spMkLst>
        </pc:spChg>
        <pc:spChg chg="mod">
          <ac:chgData name="Omkar Lolage" userId="b0455e2df38b44be" providerId="LiveId" clId="{30C178EB-052E-4F42-BA4C-2FB7BFD965C0}" dt="2025-10-21T18:03:09.738" v="1277"/>
          <ac:spMkLst>
            <pc:docMk/>
            <pc:sldMk cId="0" sldId="259"/>
            <ac:spMk id="87" creationId="{D1FBE9A1-56F4-EDE9-1C96-A34B5AF28D0E}"/>
          </ac:spMkLst>
        </pc:spChg>
        <pc:spChg chg="mod">
          <ac:chgData name="Omkar Lolage" userId="b0455e2df38b44be" providerId="LiveId" clId="{30C178EB-052E-4F42-BA4C-2FB7BFD965C0}" dt="2025-10-21T18:03:09.738" v="1277"/>
          <ac:spMkLst>
            <pc:docMk/>
            <pc:sldMk cId="0" sldId="259"/>
            <ac:spMk id="89" creationId="{8D0616D4-27B1-3B44-9E1C-76ACC0616FAB}"/>
          </ac:spMkLst>
        </pc:spChg>
        <pc:spChg chg="mod">
          <ac:chgData name="Omkar Lolage" userId="b0455e2df38b44be" providerId="LiveId" clId="{30C178EB-052E-4F42-BA4C-2FB7BFD965C0}" dt="2025-10-21T18:03:09.738" v="1277"/>
          <ac:spMkLst>
            <pc:docMk/>
            <pc:sldMk cId="0" sldId="259"/>
            <ac:spMk id="94" creationId="{DC091DF1-B55F-AEFB-4D95-86E5BBF21D34}"/>
          </ac:spMkLst>
        </pc:spChg>
        <pc:spChg chg="mod">
          <ac:chgData name="Omkar Lolage" userId="b0455e2df38b44be" providerId="LiveId" clId="{30C178EB-052E-4F42-BA4C-2FB7BFD965C0}" dt="2025-10-21T18:03:09.738" v="1277"/>
          <ac:spMkLst>
            <pc:docMk/>
            <pc:sldMk cId="0" sldId="259"/>
            <ac:spMk id="97" creationId="{B0E89955-518F-99CF-5FCF-8C944221DF9B}"/>
          </ac:spMkLst>
        </pc:spChg>
        <pc:spChg chg="mod">
          <ac:chgData name="Omkar Lolage" userId="b0455e2df38b44be" providerId="LiveId" clId="{30C178EB-052E-4F42-BA4C-2FB7BFD965C0}" dt="2025-10-21T18:03:09.738" v="1277"/>
          <ac:spMkLst>
            <pc:docMk/>
            <pc:sldMk cId="0" sldId="259"/>
            <ac:spMk id="98" creationId="{942D4CE0-39B9-2AE5-CAE6-95863B7DB92D}"/>
          </ac:spMkLst>
        </pc:spChg>
        <pc:spChg chg="mod">
          <ac:chgData name="Omkar Lolage" userId="b0455e2df38b44be" providerId="LiveId" clId="{30C178EB-052E-4F42-BA4C-2FB7BFD965C0}" dt="2025-10-21T18:03:09.738" v="1277"/>
          <ac:spMkLst>
            <pc:docMk/>
            <pc:sldMk cId="0" sldId="259"/>
            <ac:spMk id="99" creationId="{61B7EDAC-E907-E709-ABC4-DB8241A18299}"/>
          </ac:spMkLst>
        </pc:spChg>
        <pc:grpChg chg="mod">
          <ac:chgData name="Omkar Lolage" userId="b0455e2df38b44be" providerId="LiveId" clId="{30C178EB-052E-4F42-BA4C-2FB7BFD965C0}" dt="2025-10-21T18:03:13.196" v="1278" actId="1076"/>
          <ac:grpSpMkLst>
            <pc:docMk/>
            <pc:sldMk cId="0" sldId="259"/>
            <ac:grpSpMk id="50" creationId="{F70CCA5E-D74B-0662-E306-D663EB8C8B0D}"/>
          </ac:grpSpMkLst>
        </pc:grpChg>
      </pc:sldChg>
      <pc:sldChg chg="addSp modSp mod">
        <pc:chgData name="Omkar Lolage" userId="b0455e2df38b44be" providerId="LiveId" clId="{30C178EB-052E-4F42-BA4C-2FB7BFD965C0}" dt="2025-10-21T16:16:44.905" v="142" actId="1076"/>
        <pc:sldMkLst>
          <pc:docMk/>
          <pc:sldMk cId="0" sldId="260"/>
        </pc:sldMkLst>
        <pc:picChg chg="add mod">
          <ac:chgData name="Omkar Lolage" userId="b0455e2df38b44be" providerId="LiveId" clId="{30C178EB-052E-4F42-BA4C-2FB7BFD965C0}" dt="2025-10-21T16:16:44.905" v="142" actId="1076"/>
          <ac:picMkLst>
            <pc:docMk/>
            <pc:sldMk cId="0" sldId="260"/>
            <ac:picMk id="3" creationId="{6882ACC5-80A2-3945-2946-32998ECC4AE1}"/>
          </ac:picMkLst>
        </pc:picChg>
      </pc:sldChg>
      <pc:sldChg chg="addSp modSp mod">
        <pc:chgData name="Omkar Lolage" userId="b0455e2df38b44be" providerId="LiveId" clId="{30C178EB-052E-4F42-BA4C-2FB7BFD965C0}" dt="2025-10-21T18:07:23.192" v="1353" actId="1076"/>
        <pc:sldMkLst>
          <pc:docMk/>
          <pc:sldMk cId="0" sldId="261"/>
        </pc:sldMkLst>
        <pc:spChg chg="mod">
          <ac:chgData name="Omkar Lolage" userId="b0455e2df38b44be" providerId="LiveId" clId="{30C178EB-052E-4F42-BA4C-2FB7BFD965C0}" dt="2025-10-21T18:07:23.192" v="1353" actId="1076"/>
          <ac:spMkLst>
            <pc:docMk/>
            <pc:sldMk cId="0" sldId="261"/>
            <ac:spMk id="96" creationId="{00000000-0000-0000-0000-000000000000}"/>
          </ac:spMkLst>
        </pc:spChg>
        <pc:picChg chg="add mod">
          <ac:chgData name="Omkar Lolage" userId="b0455e2df38b44be" providerId="LiveId" clId="{30C178EB-052E-4F42-BA4C-2FB7BFD965C0}" dt="2025-10-21T18:06:51.042" v="1344" actId="1076"/>
          <ac:picMkLst>
            <pc:docMk/>
            <pc:sldMk cId="0" sldId="261"/>
            <ac:picMk id="3" creationId="{40DA961B-AD5B-1FAB-B8D9-DD95632B140B}"/>
          </ac:picMkLst>
        </pc:picChg>
        <pc:picChg chg="add mod">
          <ac:chgData name="Omkar Lolage" userId="b0455e2df38b44be" providerId="LiveId" clId="{30C178EB-052E-4F42-BA4C-2FB7BFD965C0}" dt="2025-10-21T18:07:06.860" v="1347" actId="14100"/>
          <ac:picMkLst>
            <pc:docMk/>
            <pc:sldMk cId="0" sldId="261"/>
            <ac:picMk id="5" creationId="{441E37C3-648F-31BC-C9B2-3D993E6AFE3B}"/>
          </ac:picMkLst>
        </pc:picChg>
      </pc:sldChg>
      <pc:sldChg chg="addSp modSp mod modNotes">
        <pc:chgData name="Omkar Lolage" userId="b0455e2df38b44be" providerId="LiveId" clId="{30C178EB-052E-4F42-BA4C-2FB7BFD965C0}" dt="2025-10-21T16:40:43.021" v="423" actId="1036"/>
        <pc:sldMkLst>
          <pc:docMk/>
          <pc:sldMk cId="0" sldId="262"/>
        </pc:sldMkLst>
        <pc:spChg chg="add mod">
          <ac:chgData name="Omkar Lolage" userId="b0455e2df38b44be" providerId="LiveId" clId="{30C178EB-052E-4F42-BA4C-2FB7BFD965C0}" dt="2025-10-21T16:40:37.758" v="408" actId="1076"/>
          <ac:spMkLst>
            <pc:docMk/>
            <pc:sldMk cId="0" sldId="262"/>
            <ac:spMk id="5" creationId="{8899DFAF-FA14-373F-698B-B4AE642D3CEA}"/>
          </ac:spMkLst>
        </pc:spChg>
        <pc:spChg chg="mod">
          <ac:chgData name="Omkar Lolage" userId="b0455e2df38b44be" providerId="LiveId" clId="{30C178EB-052E-4F42-BA4C-2FB7BFD965C0}" dt="2025-10-21T15:49:22.426" v="46" actId="1036"/>
          <ac:spMkLst>
            <pc:docMk/>
            <pc:sldMk cId="0" sldId="262"/>
            <ac:spMk id="104" creationId="{00000000-0000-0000-0000-000000000000}"/>
          </ac:spMkLst>
        </pc:spChg>
        <pc:picChg chg="add mod ord">
          <ac:chgData name="Omkar Lolage" userId="b0455e2df38b44be" providerId="LiveId" clId="{30C178EB-052E-4F42-BA4C-2FB7BFD965C0}" dt="2025-10-21T16:40:43.021" v="423" actId="1036"/>
          <ac:picMkLst>
            <pc:docMk/>
            <pc:sldMk cId="0" sldId="262"/>
            <ac:picMk id="3" creationId="{898B4A88-2477-DC88-B624-68BF738B5181}"/>
          </ac:picMkLst>
        </pc:picChg>
      </pc:sldChg>
      <pc:sldChg chg="addSp delSp modSp mod">
        <pc:chgData name="Omkar Lolage" userId="b0455e2df38b44be" providerId="LiveId" clId="{30C178EB-052E-4F42-BA4C-2FB7BFD965C0}" dt="2025-10-21T18:00:16.401" v="1247" actId="164"/>
        <pc:sldMkLst>
          <pc:docMk/>
          <pc:sldMk cId="0" sldId="263"/>
        </pc:sldMkLst>
        <pc:spChg chg="add del mod">
          <ac:chgData name="Omkar Lolage" userId="b0455e2df38b44be" providerId="LiveId" clId="{30C178EB-052E-4F42-BA4C-2FB7BFD965C0}" dt="2025-10-21T17:58:00.115" v="1170" actId="478"/>
          <ac:spMkLst>
            <pc:docMk/>
            <pc:sldMk cId="0" sldId="263"/>
            <ac:spMk id="3" creationId="{7159CFB0-B6CC-6C0D-146E-50BFB5C5E501}"/>
          </ac:spMkLst>
        </pc:spChg>
        <pc:spChg chg="mod topLvl">
          <ac:chgData name="Omkar Lolage" userId="b0455e2df38b44be" providerId="LiveId" clId="{30C178EB-052E-4F42-BA4C-2FB7BFD965C0}" dt="2025-10-21T18:00:16.401" v="1247" actId="164"/>
          <ac:spMkLst>
            <pc:docMk/>
            <pc:sldMk cId="0" sldId="263"/>
            <ac:spMk id="6" creationId="{F493F5B4-976A-5DD9-33E4-1DE8381F56AC}"/>
          </ac:spMkLst>
        </pc:spChg>
        <pc:spChg chg="mod topLvl">
          <ac:chgData name="Omkar Lolage" userId="b0455e2df38b44be" providerId="LiveId" clId="{30C178EB-052E-4F42-BA4C-2FB7BFD965C0}" dt="2025-10-21T18:00:16.401" v="1247" actId="164"/>
          <ac:spMkLst>
            <pc:docMk/>
            <pc:sldMk cId="0" sldId="263"/>
            <ac:spMk id="7" creationId="{18B2A627-829C-F75B-3627-6F5B5D0A62A9}"/>
          </ac:spMkLst>
        </pc:spChg>
        <pc:spChg chg="mod topLvl">
          <ac:chgData name="Omkar Lolage" userId="b0455e2df38b44be" providerId="LiveId" clId="{30C178EB-052E-4F42-BA4C-2FB7BFD965C0}" dt="2025-10-21T18:00:16.401" v="1247" actId="164"/>
          <ac:spMkLst>
            <pc:docMk/>
            <pc:sldMk cId="0" sldId="263"/>
            <ac:spMk id="8" creationId="{F1B43C53-B563-EA7C-82BD-8903939AE50F}"/>
          </ac:spMkLst>
        </pc:spChg>
        <pc:spChg chg="mod topLvl">
          <ac:chgData name="Omkar Lolage" userId="b0455e2df38b44be" providerId="LiveId" clId="{30C178EB-052E-4F42-BA4C-2FB7BFD965C0}" dt="2025-10-21T18:00:16.401" v="1247" actId="164"/>
          <ac:spMkLst>
            <pc:docMk/>
            <pc:sldMk cId="0" sldId="263"/>
            <ac:spMk id="10" creationId="{88D61EC1-41A0-E85F-4F49-7625BCBABF6B}"/>
          </ac:spMkLst>
        </pc:spChg>
        <pc:spChg chg="mod topLvl">
          <ac:chgData name="Omkar Lolage" userId="b0455e2df38b44be" providerId="LiveId" clId="{30C178EB-052E-4F42-BA4C-2FB7BFD965C0}" dt="2025-10-21T18:00:16.401" v="1247" actId="164"/>
          <ac:spMkLst>
            <pc:docMk/>
            <pc:sldMk cId="0" sldId="263"/>
            <ac:spMk id="11" creationId="{03DB3AEC-C292-0D08-E425-96E1A1C38222}"/>
          </ac:spMkLst>
        </pc:spChg>
        <pc:spChg chg="mod topLvl">
          <ac:chgData name="Omkar Lolage" userId="b0455e2df38b44be" providerId="LiveId" clId="{30C178EB-052E-4F42-BA4C-2FB7BFD965C0}" dt="2025-10-21T18:00:16.401" v="1247" actId="164"/>
          <ac:spMkLst>
            <pc:docMk/>
            <pc:sldMk cId="0" sldId="263"/>
            <ac:spMk id="14" creationId="{72C04024-C606-861E-15B6-872FAD919C18}"/>
          </ac:spMkLst>
        </pc:spChg>
        <pc:spChg chg="add mod topLvl">
          <ac:chgData name="Omkar Lolage" userId="b0455e2df38b44be" providerId="LiveId" clId="{30C178EB-052E-4F42-BA4C-2FB7BFD965C0}" dt="2025-10-21T18:00:16.401" v="1247" actId="164"/>
          <ac:spMkLst>
            <pc:docMk/>
            <pc:sldMk cId="0" sldId="263"/>
            <ac:spMk id="18" creationId="{3813E4B5-882D-C959-D225-243E6DB3B641}"/>
          </ac:spMkLst>
        </pc:spChg>
        <pc:picChg chg="mod topLvl">
          <ac:chgData name="Omkar Lolage" userId="b0455e2df38b44be" providerId="LiveId" clId="{30C178EB-052E-4F42-BA4C-2FB7BFD965C0}" dt="2025-10-21T18:00:16.401" v="1247" actId="164"/>
          <ac:picMkLst>
            <pc:docMk/>
            <pc:sldMk cId="0" sldId="263"/>
            <ac:picMk id="5" creationId="{21A8B4C2-77C0-1116-1FFC-7892A8EB9DE2}"/>
          </ac:picMkLst>
        </pc:picChg>
        <pc:picChg chg="mod topLvl">
          <ac:chgData name="Omkar Lolage" userId="b0455e2df38b44be" providerId="LiveId" clId="{30C178EB-052E-4F42-BA4C-2FB7BFD965C0}" dt="2025-10-21T18:00:00.679" v="1244" actId="165"/>
          <ac:picMkLst>
            <pc:docMk/>
            <pc:sldMk cId="0" sldId="263"/>
            <ac:picMk id="9" creationId="{3F9C733C-B86D-4BDC-FD2F-0FAFA6442742}"/>
          </ac:picMkLst>
        </pc:picChg>
        <pc:picChg chg="mod">
          <ac:chgData name="Omkar Lolage" userId="b0455e2df38b44be" providerId="LiveId" clId="{30C178EB-052E-4F42-BA4C-2FB7BFD965C0}" dt="2025-10-21T17:58:06.533" v="1172"/>
          <ac:picMkLst>
            <pc:docMk/>
            <pc:sldMk cId="0" sldId="263"/>
            <ac:picMk id="12" creationId="{73DA4EDC-7CE9-14E5-AB90-DD0A4977BD4B}"/>
          </ac:picMkLst>
        </pc:picChg>
        <pc:picChg chg="mod topLvl">
          <ac:chgData name="Omkar Lolage" userId="b0455e2df38b44be" providerId="LiveId" clId="{30C178EB-052E-4F42-BA4C-2FB7BFD965C0}" dt="2025-10-21T18:00:16.401" v="1247" actId="164"/>
          <ac:picMkLst>
            <pc:docMk/>
            <pc:sldMk cId="0" sldId="263"/>
            <ac:picMk id="17" creationId="{B1F5D39F-654E-595F-ED9A-9B1E2C3BE329}"/>
          </ac:picMkLst>
        </pc:picChg>
        <pc:picChg chg="add del mod">
          <ac:chgData name="Omkar Lolage" userId="b0455e2df38b44be" providerId="LiveId" clId="{30C178EB-052E-4F42-BA4C-2FB7BFD965C0}" dt="2025-10-21T17:59:44.090" v="1240" actId="478"/>
          <ac:picMkLst>
            <pc:docMk/>
            <pc:sldMk cId="0" sldId="263"/>
            <ac:picMk id="19" creationId="{2D7195F7-5BF5-DAF9-3933-6F8039A0FE5E}"/>
          </ac:picMkLst>
        </pc:picChg>
        <pc:picChg chg="add del">
          <ac:chgData name="Omkar Lolage" userId="b0455e2df38b44be" providerId="LiveId" clId="{30C178EB-052E-4F42-BA4C-2FB7BFD965C0}" dt="2025-10-21T17:59:32.004" v="1238" actId="478"/>
          <ac:picMkLst>
            <pc:docMk/>
            <pc:sldMk cId="0" sldId="263"/>
            <ac:picMk id="4098" creationId="{3191640F-2C81-E604-078F-B77EB5ABAB08}"/>
          </ac:picMkLst>
        </pc:picChg>
        <pc:picChg chg="add mod">
          <ac:chgData name="Omkar Lolage" userId="b0455e2df38b44be" providerId="LiveId" clId="{30C178EB-052E-4F42-BA4C-2FB7BFD965C0}" dt="2025-10-21T18:00:16.401" v="1247" actId="164"/>
          <ac:picMkLst>
            <pc:docMk/>
            <pc:sldMk cId="0" sldId="263"/>
            <ac:picMk id="4100" creationId="{7000E136-79FA-FF6F-D2EE-70306EE61DF8}"/>
          </ac:picMkLst>
        </pc:picChg>
      </pc:sldChg>
      <pc:sldChg chg="del">
        <pc:chgData name="Omkar Lolage" userId="b0455e2df38b44be" providerId="LiveId" clId="{30C178EB-052E-4F42-BA4C-2FB7BFD965C0}" dt="2025-10-21T18:00:48.579" v="1248" actId="47"/>
        <pc:sldMkLst>
          <pc:docMk/>
          <pc:sldMk cId="0" sldId="264"/>
        </pc:sldMkLst>
      </pc:sldChg>
      <pc:sldChg chg="del">
        <pc:chgData name="Omkar Lolage" userId="b0455e2df38b44be" providerId="LiveId" clId="{30C178EB-052E-4F42-BA4C-2FB7BFD965C0}" dt="2025-10-21T17:37:22.134" v="800" actId="47"/>
        <pc:sldMkLst>
          <pc:docMk/>
          <pc:sldMk cId="0" sldId="265"/>
        </pc:sldMkLst>
      </pc:sldChg>
      <pc:sldChg chg="addSp delSp modSp add mod">
        <pc:chgData name="Omkar Lolage" userId="b0455e2df38b44be" providerId="LiveId" clId="{30C178EB-052E-4F42-BA4C-2FB7BFD965C0}" dt="2025-10-21T16:56:59.287" v="499" actId="948"/>
        <pc:sldMkLst>
          <pc:docMk/>
          <pc:sldMk cId="2904977166" sldId="267"/>
        </pc:sldMkLst>
        <pc:spChg chg="add mod">
          <ac:chgData name="Omkar Lolage" userId="b0455e2df38b44be" providerId="LiveId" clId="{30C178EB-052E-4F42-BA4C-2FB7BFD965C0}" dt="2025-10-21T16:26:43.932" v="250"/>
          <ac:spMkLst>
            <pc:docMk/>
            <pc:sldMk cId="2904977166" sldId="267"/>
            <ac:spMk id="2" creationId="{B1AE28BE-97DB-935A-DF53-7594B2FCC2B4}"/>
          </ac:spMkLst>
        </pc:spChg>
        <pc:spChg chg="del mod">
          <ac:chgData name="Omkar Lolage" userId="b0455e2df38b44be" providerId="LiveId" clId="{30C178EB-052E-4F42-BA4C-2FB7BFD965C0}" dt="2025-10-21T16:26:43.500" v="249" actId="478"/>
          <ac:spMkLst>
            <pc:docMk/>
            <pc:sldMk cId="2904977166" sldId="267"/>
            <ac:spMk id="3" creationId="{BCDCCEDD-D9E5-9625-DA28-09087A812414}"/>
          </ac:spMkLst>
        </pc:spChg>
        <pc:spChg chg="add mod">
          <ac:chgData name="Omkar Lolage" userId="b0455e2df38b44be" providerId="LiveId" clId="{30C178EB-052E-4F42-BA4C-2FB7BFD965C0}" dt="2025-10-21T16:56:59.287" v="499" actId="948"/>
          <ac:spMkLst>
            <pc:docMk/>
            <pc:sldMk cId="2904977166" sldId="267"/>
            <ac:spMk id="4" creationId="{338B18AF-05B7-8822-5576-747371858B52}"/>
          </ac:spMkLst>
        </pc:spChg>
        <pc:spChg chg="mod">
          <ac:chgData name="Omkar Lolage" userId="b0455e2df38b44be" providerId="LiveId" clId="{30C178EB-052E-4F42-BA4C-2FB7BFD965C0}" dt="2025-10-21T16:36:24.948" v="380" actId="1036"/>
          <ac:spMkLst>
            <pc:docMk/>
            <pc:sldMk cId="2904977166" sldId="267"/>
            <ac:spMk id="64" creationId="{0E610E7A-86FE-462E-F25C-2986E2D853C2}"/>
          </ac:spMkLst>
        </pc:spChg>
      </pc:sldChg>
      <pc:sldChg chg="addSp delSp modSp add mod">
        <pc:chgData name="Omkar Lolage" userId="b0455e2df38b44be" providerId="LiveId" clId="{30C178EB-052E-4F42-BA4C-2FB7BFD965C0}" dt="2025-10-21T16:54:24.202" v="480" actId="948"/>
        <pc:sldMkLst>
          <pc:docMk/>
          <pc:sldMk cId="2310877513" sldId="268"/>
        </pc:sldMkLst>
        <pc:spChg chg="add del mod">
          <ac:chgData name="Omkar Lolage" userId="b0455e2df38b44be" providerId="LiveId" clId="{30C178EB-052E-4F42-BA4C-2FB7BFD965C0}" dt="2025-10-21T16:50:40.721" v="450"/>
          <ac:spMkLst>
            <pc:docMk/>
            <pc:sldMk cId="2310877513" sldId="268"/>
            <ac:spMk id="2" creationId="{91468D69-8156-1CEB-98E7-32C114DFDDEB}"/>
          </ac:spMkLst>
        </pc:spChg>
        <pc:spChg chg="add mod">
          <ac:chgData name="Omkar Lolage" userId="b0455e2df38b44be" providerId="LiveId" clId="{30C178EB-052E-4F42-BA4C-2FB7BFD965C0}" dt="2025-10-21T16:52:04.139" v="463"/>
          <ac:spMkLst>
            <pc:docMk/>
            <pc:sldMk cId="2310877513" sldId="268"/>
            <ac:spMk id="3" creationId="{5D4186D4-EE57-292F-7E1C-3B727A68DB4D}"/>
          </ac:spMkLst>
        </pc:spChg>
        <pc:spChg chg="del mod">
          <ac:chgData name="Omkar Lolage" userId="b0455e2df38b44be" providerId="LiveId" clId="{30C178EB-052E-4F42-BA4C-2FB7BFD965C0}" dt="2025-10-21T16:52:03.532" v="462" actId="478"/>
          <ac:spMkLst>
            <pc:docMk/>
            <pc:sldMk cId="2310877513" sldId="268"/>
            <ac:spMk id="4" creationId="{441A0D87-ABC6-BA1B-497E-C4E96042E046}"/>
          </ac:spMkLst>
        </pc:spChg>
        <pc:spChg chg="add mod">
          <ac:chgData name="Omkar Lolage" userId="b0455e2df38b44be" providerId="LiveId" clId="{30C178EB-052E-4F42-BA4C-2FB7BFD965C0}" dt="2025-10-21T16:54:24.202" v="480" actId="948"/>
          <ac:spMkLst>
            <pc:docMk/>
            <pc:sldMk cId="2310877513" sldId="268"/>
            <ac:spMk id="5" creationId="{1BCBA1E6-E1F2-E419-8CC7-FAE4AF605010}"/>
          </ac:spMkLst>
        </pc:spChg>
        <pc:spChg chg="add mod">
          <ac:chgData name="Omkar Lolage" userId="b0455e2df38b44be" providerId="LiveId" clId="{30C178EB-052E-4F42-BA4C-2FB7BFD965C0}" dt="2025-10-21T16:53:05.761" v="473"/>
          <ac:spMkLst>
            <pc:docMk/>
            <pc:sldMk cId="2310877513" sldId="268"/>
            <ac:spMk id="7" creationId="{CBF3F37B-34E7-FB13-7FE1-07011D498298}"/>
          </ac:spMkLst>
        </pc:spChg>
      </pc:sldChg>
      <pc:sldChg chg="modSp add del mod">
        <pc:chgData name="Omkar Lolage" userId="b0455e2df38b44be" providerId="LiveId" clId="{30C178EB-052E-4F42-BA4C-2FB7BFD965C0}" dt="2025-10-21T16:22:08.502" v="225" actId="47"/>
        <pc:sldMkLst>
          <pc:docMk/>
          <pc:sldMk cId="0" sldId="272"/>
        </pc:sldMkLst>
        <pc:spChg chg="mod">
          <ac:chgData name="Omkar Lolage" userId="b0455e2df38b44be" providerId="LiveId" clId="{30C178EB-052E-4F42-BA4C-2FB7BFD965C0}" dt="2025-10-21T16:20:55.545" v="220" actId="20577"/>
          <ac:spMkLst>
            <pc:docMk/>
            <pc:sldMk cId="0" sldId="272"/>
            <ac:spMk id="3" creationId="{00000000-0000-0000-0000-000000000000}"/>
          </ac:spMkLst>
        </pc:spChg>
      </pc:sldChg>
      <pc:sldChg chg="addSp delSp modSp add mod ord">
        <pc:chgData name="Omkar Lolage" userId="b0455e2df38b44be" providerId="LiveId" clId="{30C178EB-052E-4F42-BA4C-2FB7BFD965C0}" dt="2025-10-21T17:35:34.033" v="799"/>
        <pc:sldMkLst>
          <pc:docMk/>
          <pc:sldMk cId="0" sldId="273"/>
        </pc:sldMkLst>
        <pc:spChg chg="mod">
          <ac:chgData name="Omkar Lolage" userId="b0455e2df38b44be" providerId="LiveId" clId="{30C178EB-052E-4F42-BA4C-2FB7BFD965C0}" dt="2025-10-21T17:33:37.483" v="764" actId="164"/>
          <ac:spMkLst>
            <pc:docMk/>
            <pc:sldMk cId="0" sldId="273"/>
            <ac:spMk id="3" creationId="{00000000-0000-0000-0000-000000000000}"/>
          </ac:spMkLst>
        </pc:spChg>
        <pc:spChg chg="mod">
          <ac:chgData name="Omkar Lolage" userId="b0455e2df38b44be" providerId="LiveId" clId="{30C178EB-052E-4F42-BA4C-2FB7BFD965C0}" dt="2025-10-21T17:33:37.483" v="764" actId="164"/>
          <ac:spMkLst>
            <pc:docMk/>
            <pc:sldMk cId="0" sldId="273"/>
            <ac:spMk id="5" creationId="{00000000-0000-0000-0000-000000000000}"/>
          </ac:spMkLst>
        </pc:spChg>
        <pc:spChg chg="mod">
          <ac:chgData name="Omkar Lolage" userId="b0455e2df38b44be" providerId="LiveId" clId="{30C178EB-052E-4F42-BA4C-2FB7BFD965C0}" dt="2025-10-21T17:33:37.483" v="764" actId="164"/>
          <ac:spMkLst>
            <pc:docMk/>
            <pc:sldMk cId="0" sldId="273"/>
            <ac:spMk id="6" creationId="{00000000-0000-0000-0000-000000000000}"/>
          </ac:spMkLst>
        </pc:spChg>
        <pc:spChg chg="mod">
          <ac:chgData name="Omkar Lolage" userId="b0455e2df38b44be" providerId="LiveId" clId="{30C178EB-052E-4F42-BA4C-2FB7BFD965C0}" dt="2025-10-21T17:33:37.483" v="764" actId="164"/>
          <ac:spMkLst>
            <pc:docMk/>
            <pc:sldMk cId="0" sldId="273"/>
            <ac:spMk id="7" creationId="{00000000-0000-0000-0000-000000000000}"/>
          </ac:spMkLst>
        </pc:spChg>
        <pc:spChg chg="mod">
          <ac:chgData name="Omkar Lolage" userId="b0455e2df38b44be" providerId="LiveId" clId="{30C178EB-052E-4F42-BA4C-2FB7BFD965C0}" dt="2025-10-21T17:33:37.483" v="764" actId="164"/>
          <ac:spMkLst>
            <pc:docMk/>
            <pc:sldMk cId="0" sldId="273"/>
            <ac:spMk id="8" creationId="{00000000-0000-0000-0000-000000000000}"/>
          </ac:spMkLst>
        </pc:spChg>
        <pc:spChg chg="mod">
          <ac:chgData name="Omkar Lolage" userId="b0455e2df38b44be" providerId="LiveId" clId="{30C178EB-052E-4F42-BA4C-2FB7BFD965C0}" dt="2025-10-21T17:30:09.198" v="705" actId="1076"/>
          <ac:spMkLst>
            <pc:docMk/>
            <pc:sldMk cId="0" sldId="273"/>
            <ac:spMk id="9" creationId="{00000000-0000-0000-0000-000000000000}"/>
          </ac:spMkLst>
        </pc:spChg>
        <pc:spChg chg="mod">
          <ac:chgData name="Omkar Lolage" userId="b0455e2df38b44be" providerId="LiveId" clId="{30C178EB-052E-4F42-BA4C-2FB7BFD965C0}" dt="2025-10-21T17:34:59.303" v="784" actId="14100"/>
          <ac:spMkLst>
            <pc:docMk/>
            <pc:sldMk cId="0" sldId="273"/>
            <ac:spMk id="11" creationId="{00000000-0000-0000-0000-000000000000}"/>
          </ac:spMkLst>
        </pc:spChg>
        <pc:spChg chg="mod">
          <ac:chgData name="Omkar Lolage" userId="b0455e2df38b44be" providerId="LiveId" clId="{30C178EB-052E-4F42-BA4C-2FB7BFD965C0}" dt="2025-10-21T17:33:37.483" v="764" actId="164"/>
          <ac:spMkLst>
            <pc:docMk/>
            <pc:sldMk cId="0" sldId="273"/>
            <ac:spMk id="12" creationId="{00000000-0000-0000-0000-000000000000}"/>
          </ac:spMkLst>
        </pc:spChg>
        <pc:spChg chg="mod">
          <ac:chgData name="Omkar Lolage" userId="b0455e2df38b44be" providerId="LiveId" clId="{30C178EB-052E-4F42-BA4C-2FB7BFD965C0}" dt="2025-10-21T17:34:56.242" v="783" actId="14100"/>
          <ac:spMkLst>
            <pc:docMk/>
            <pc:sldMk cId="0" sldId="273"/>
            <ac:spMk id="14" creationId="{00000000-0000-0000-0000-000000000000}"/>
          </ac:spMkLst>
        </pc:spChg>
        <pc:spChg chg="mod">
          <ac:chgData name="Omkar Lolage" userId="b0455e2df38b44be" providerId="LiveId" clId="{30C178EB-052E-4F42-BA4C-2FB7BFD965C0}" dt="2025-10-21T17:33:37.483" v="764" actId="164"/>
          <ac:spMkLst>
            <pc:docMk/>
            <pc:sldMk cId="0" sldId="273"/>
            <ac:spMk id="15" creationId="{00000000-0000-0000-0000-000000000000}"/>
          </ac:spMkLst>
        </pc:spChg>
        <pc:spChg chg="mod">
          <ac:chgData name="Omkar Lolage" userId="b0455e2df38b44be" providerId="LiveId" clId="{30C178EB-052E-4F42-BA4C-2FB7BFD965C0}" dt="2025-10-21T17:33:37.483" v="764" actId="164"/>
          <ac:spMkLst>
            <pc:docMk/>
            <pc:sldMk cId="0" sldId="273"/>
            <ac:spMk id="16" creationId="{00000000-0000-0000-0000-000000000000}"/>
          </ac:spMkLst>
        </pc:spChg>
        <pc:spChg chg="mod">
          <ac:chgData name="Omkar Lolage" userId="b0455e2df38b44be" providerId="LiveId" clId="{30C178EB-052E-4F42-BA4C-2FB7BFD965C0}" dt="2025-10-21T17:34:51.564" v="782" actId="14100"/>
          <ac:spMkLst>
            <pc:docMk/>
            <pc:sldMk cId="0" sldId="273"/>
            <ac:spMk id="17" creationId="{00000000-0000-0000-0000-000000000000}"/>
          </ac:spMkLst>
        </pc:spChg>
        <pc:spChg chg="add del mod">
          <ac:chgData name="Omkar Lolage" userId="b0455e2df38b44be" providerId="LiveId" clId="{30C178EB-052E-4F42-BA4C-2FB7BFD965C0}" dt="2025-10-21T17:27:20.142" v="669" actId="478"/>
          <ac:spMkLst>
            <pc:docMk/>
            <pc:sldMk cId="0" sldId="273"/>
            <ac:spMk id="18" creationId="{58E42B93-860C-9009-3522-8D27954394ED}"/>
          </ac:spMkLst>
        </pc:spChg>
        <pc:spChg chg="add mod">
          <ac:chgData name="Omkar Lolage" userId="b0455e2df38b44be" providerId="LiveId" clId="{30C178EB-052E-4F42-BA4C-2FB7BFD965C0}" dt="2025-10-21T17:27:16.992" v="667" actId="571"/>
          <ac:spMkLst>
            <pc:docMk/>
            <pc:sldMk cId="0" sldId="273"/>
            <ac:spMk id="19" creationId="{2B78846F-0F1F-1B49-75D3-F5396DCE6A3A}"/>
          </ac:spMkLst>
        </pc:spChg>
      </pc:sldChg>
      <pc:sldChg chg="add del">
        <pc:chgData name="Omkar Lolage" userId="b0455e2df38b44be" providerId="LiveId" clId="{30C178EB-052E-4F42-BA4C-2FB7BFD965C0}" dt="2025-10-21T18:03:26.566" v="1283" actId="47"/>
        <pc:sldMkLst>
          <pc:docMk/>
          <pc:sldMk cId="927368411" sldId="274"/>
        </pc:sldMkLst>
      </pc:sldChg>
      <pc:sldChg chg="addSp delSp modSp add del mod ord">
        <pc:chgData name="Omkar Lolage" userId="b0455e2df38b44be" providerId="LiveId" clId="{30C178EB-052E-4F42-BA4C-2FB7BFD965C0}" dt="2025-10-21T18:03:22.076" v="1282"/>
        <pc:sldMkLst>
          <pc:docMk/>
          <pc:sldMk cId="0" sldId="275"/>
        </pc:sldMkLst>
        <pc:spChg chg="mod">
          <ac:chgData name="Omkar Lolage" userId="b0455e2df38b44be" providerId="LiveId" clId="{30C178EB-052E-4F42-BA4C-2FB7BFD965C0}" dt="2025-10-21T18:02:29.693" v="1265"/>
          <ac:spMkLst>
            <pc:docMk/>
            <pc:sldMk cId="0" sldId="275"/>
            <ac:spMk id="4" creationId="{00000000-0000-0000-0000-000000000000}"/>
          </ac:spMkLst>
        </pc:spChg>
        <pc:spChg chg="mod">
          <ac:chgData name="Omkar Lolage" userId="b0455e2df38b44be" providerId="LiveId" clId="{30C178EB-052E-4F42-BA4C-2FB7BFD965C0}" dt="2025-10-21T17:48:02.293" v="1016" actId="164"/>
          <ac:spMkLst>
            <pc:docMk/>
            <pc:sldMk cId="0" sldId="275"/>
            <ac:spMk id="6" creationId="{00000000-0000-0000-0000-000000000000}"/>
          </ac:spMkLst>
        </pc:spChg>
        <pc:spChg chg="mod">
          <ac:chgData name="Omkar Lolage" userId="b0455e2df38b44be" providerId="LiveId" clId="{30C178EB-052E-4F42-BA4C-2FB7BFD965C0}" dt="2025-10-21T18:01:17.469" v="1249"/>
          <ac:spMkLst>
            <pc:docMk/>
            <pc:sldMk cId="0" sldId="275"/>
            <ac:spMk id="8" creationId="{00000000-0000-0000-0000-000000000000}"/>
          </ac:spMkLst>
        </pc:spChg>
        <pc:spChg chg="mod">
          <ac:chgData name="Omkar Lolage" userId="b0455e2df38b44be" providerId="LiveId" clId="{30C178EB-052E-4F42-BA4C-2FB7BFD965C0}" dt="2025-10-21T18:01:17.469" v="1249"/>
          <ac:spMkLst>
            <pc:docMk/>
            <pc:sldMk cId="0" sldId="275"/>
            <ac:spMk id="9" creationId="{00000000-0000-0000-0000-000000000000}"/>
          </ac:spMkLst>
        </pc:spChg>
        <pc:spChg chg="mod">
          <ac:chgData name="Omkar Lolage" userId="b0455e2df38b44be" providerId="LiveId" clId="{30C178EB-052E-4F42-BA4C-2FB7BFD965C0}" dt="2025-10-21T17:48:02.293" v="1016" actId="164"/>
          <ac:spMkLst>
            <pc:docMk/>
            <pc:sldMk cId="0" sldId="275"/>
            <ac:spMk id="10" creationId="{00000000-0000-0000-0000-000000000000}"/>
          </ac:spMkLst>
        </pc:spChg>
        <pc:spChg chg="mod">
          <ac:chgData name="Omkar Lolage" userId="b0455e2df38b44be" providerId="LiveId" clId="{30C178EB-052E-4F42-BA4C-2FB7BFD965C0}" dt="2025-10-21T18:02:29.693" v="1265"/>
          <ac:spMkLst>
            <pc:docMk/>
            <pc:sldMk cId="0" sldId="275"/>
            <ac:spMk id="12" creationId="{00000000-0000-0000-0000-000000000000}"/>
          </ac:spMkLst>
        </pc:spChg>
        <pc:spChg chg="mod">
          <ac:chgData name="Omkar Lolage" userId="b0455e2df38b44be" providerId="LiveId" clId="{30C178EB-052E-4F42-BA4C-2FB7BFD965C0}" dt="2025-10-21T18:02:29.693" v="1265"/>
          <ac:spMkLst>
            <pc:docMk/>
            <pc:sldMk cId="0" sldId="275"/>
            <ac:spMk id="13" creationId="{00000000-0000-0000-0000-000000000000}"/>
          </ac:spMkLst>
        </pc:spChg>
        <pc:spChg chg="mod">
          <ac:chgData name="Omkar Lolage" userId="b0455e2df38b44be" providerId="LiveId" clId="{30C178EB-052E-4F42-BA4C-2FB7BFD965C0}" dt="2025-10-21T18:02:29.693" v="1265"/>
          <ac:spMkLst>
            <pc:docMk/>
            <pc:sldMk cId="0" sldId="275"/>
            <ac:spMk id="14" creationId="{00000000-0000-0000-0000-000000000000}"/>
          </ac:spMkLst>
        </pc:spChg>
        <pc:spChg chg="mod">
          <ac:chgData name="Omkar Lolage" userId="b0455e2df38b44be" providerId="LiveId" clId="{30C178EB-052E-4F42-BA4C-2FB7BFD965C0}" dt="2025-10-21T18:02:29.693" v="1265"/>
          <ac:spMkLst>
            <pc:docMk/>
            <pc:sldMk cId="0" sldId="275"/>
            <ac:spMk id="17" creationId="{00000000-0000-0000-0000-000000000000}"/>
          </ac:spMkLst>
        </pc:spChg>
        <pc:spChg chg="mod">
          <ac:chgData name="Omkar Lolage" userId="b0455e2df38b44be" providerId="LiveId" clId="{30C178EB-052E-4F42-BA4C-2FB7BFD965C0}" dt="2025-10-21T17:48:02.293" v="1016" actId="164"/>
          <ac:spMkLst>
            <pc:docMk/>
            <pc:sldMk cId="0" sldId="275"/>
            <ac:spMk id="18" creationId="{00000000-0000-0000-0000-000000000000}"/>
          </ac:spMkLst>
        </pc:spChg>
        <pc:spChg chg="mod">
          <ac:chgData name="Omkar Lolage" userId="b0455e2df38b44be" providerId="LiveId" clId="{30C178EB-052E-4F42-BA4C-2FB7BFD965C0}" dt="2025-10-21T17:45:49.981" v="979"/>
          <ac:spMkLst>
            <pc:docMk/>
            <pc:sldMk cId="0" sldId="275"/>
            <ac:spMk id="20" creationId="{00000000-0000-0000-0000-000000000000}"/>
          </ac:spMkLst>
        </pc:spChg>
        <pc:spChg chg="mod">
          <ac:chgData name="Omkar Lolage" userId="b0455e2df38b44be" providerId="LiveId" clId="{30C178EB-052E-4F42-BA4C-2FB7BFD965C0}" dt="2025-10-21T18:01:17.469" v="1249"/>
          <ac:spMkLst>
            <pc:docMk/>
            <pc:sldMk cId="0" sldId="275"/>
            <ac:spMk id="21" creationId="{00000000-0000-0000-0000-000000000000}"/>
          </ac:spMkLst>
        </pc:spChg>
        <pc:spChg chg="add del mod">
          <ac:chgData name="Omkar Lolage" userId="b0455e2df38b44be" providerId="LiveId" clId="{30C178EB-052E-4F42-BA4C-2FB7BFD965C0}" dt="2025-10-21T18:02:29.693" v="1265"/>
          <ac:spMkLst>
            <pc:docMk/>
            <pc:sldMk cId="0" sldId="275"/>
            <ac:spMk id="22" creationId="{00000000-0000-0000-0000-000000000000}"/>
          </ac:spMkLst>
        </pc:spChg>
        <pc:spChg chg="mod">
          <ac:chgData name="Omkar Lolage" userId="b0455e2df38b44be" providerId="LiveId" clId="{30C178EB-052E-4F42-BA4C-2FB7BFD965C0}" dt="2025-10-21T18:02:29.693" v="1265"/>
          <ac:spMkLst>
            <pc:docMk/>
            <pc:sldMk cId="0" sldId="275"/>
            <ac:spMk id="25" creationId="{00000000-0000-0000-0000-000000000000}"/>
          </ac:spMkLst>
        </pc:spChg>
        <pc:spChg chg="del mod">
          <ac:chgData name="Omkar Lolage" userId="b0455e2df38b44be" providerId="LiveId" clId="{30C178EB-052E-4F42-BA4C-2FB7BFD965C0}" dt="2025-10-21T17:45:30.954" v="966"/>
          <ac:spMkLst>
            <pc:docMk/>
            <pc:sldMk cId="0" sldId="275"/>
            <ac:spMk id="26" creationId="{00000000-0000-0000-0000-000000000000}"/>
          </ac:spMkLst>
        </pc:spChg>
        <pc:spChg chg="mod">
          <ac:chgData name="Omkar Lolage" userId="b0455e2df38b44be" providerId="LiveId" clId="{30C178EB-052E-4F42-BA4C-2FB7BFD965C0}" dt="2025-10-21T17:48:02.293" v="1016" actId="164"/>
          <ac:spMkLst>
            <pc:docMk/>
            <pc:sldMk cId="0" sldId="275"/>
            <ac:spMk id="30" creationId="{00000000-0000-0000-0000-000000000000}"/>
          </ac:spMkLst>
        </pc:spChg>
        <pc:spChg chg="mod">
          <ac:chgData name="Omkar Lolage" userId="b0455e2df38b44be" providerId="LiveId" clId="{30C178EB-052E-4F42-BA4C-2FB7BFD965C0}" dt="2025-10-21T18:01:17.469" v="1249"/>
          <ac:spMkLst>
            <pc:docMk/>
            <pc:sldMk cId="0" sldId="275"/>
            <ac:spMk id="33" creationId="{00000000-0000-0000-0000-000000000000}"/>
          </ac:spMkLst>
        </pc:spChg>
        <pc:spChg chg="mod">
          <ac:chgData name="Omkar Lolage" userId="b0455e2df38b44be" providerId="LiveId" clId="{30C178EB-052E-4F42-BA4C-2FB7BFD965C0}" dt="2025-10-21T17:48:02.293" v="1016" actId="164"/>
          <ac:spMkLst>
            <pc:docMk/>
            <pc:sldMk cId="0" sldId="275"/>
            <ac:spMk id="34" creationId="{00000000-0000-0000-0000-000000000000}"/>
          </ac:spMkLst>
        </pc:spChg>
        <pc:spChg chg="del mod">
          <ac:chgData name="Omkar Lolage" userId="b0455e2df38b44be" providerId="LiveId" clId="{30C178EB-052E-4F42-BA4C-2FB7BFD965C0}" dt="2025-10-21T17:47:17.219" v="988" actId="478"/>
          <ac:spMkLst>
            <pc:docMk/>
            <pc:sldMk cId="0" sldId="275"/>
            <ac:spMk id="38" creationId="{00000000-0000-0000-0000-000000000000}"/>
          </ac:spMkLst>
        </pc:spChg>
        <pc:spChg chg="mod">
          <ac:chgData name="Omkar Lolage" userId="b0455e2df38b44be" providerId="LiveId" clId="{30C178EB-052E-4F42-BA4C-2FB7BFD965C0}" dt="2025-10-21T17:48:02.293" v="1016" actId="164"/>
          <ac:spMkLst>
            <pc:docMk/>
            <pc:sldMk cId="0" sldId="275"/>
            <ac:spMk id="42" creationId="{00000000-0000-0000-0000-000000000000}"/>
          </ac:spMkLst>
        </pc:spChg>
        <pc:spChg chg="mod">
          <ac:chgData name="Omkar Lolage" userId="b0455e2df38b44be" providerId="LiveId" clId="{30C178EB-052E-4F42-BA4C-2FB7BFD965C0}" dt="2025-10-21T18:02:29.693" v="1265"/>
          <ac:spMkLst>
            <pc:docMk/>
            <pc:sldMk cId="0" sldId="275"/>
            <ac:spMk id="45" creationId="{00000000-0000-0000-0000-000000000000}"/>
          </ac:spMkLst>
        </pc:spChg>
        <pc:spChg chg="mod">
          <ac:chgData name="Omkar Lolage" userId="b0455e2df38b44be" providerId="LiveId" clId="{30C178EB-052E-4F42-BA4C-2FB7BFD965C0}" dt="2025-10-21T17:47:22.578" v="989" actId="164"/>
          <ac:spMkLst>
            <pc:docMk/>
            <pc:sldMk cId="0" sldId="275"/>
            <ac:spMk id="46" creationId="{00000000-0000-0000-0000-000000000000}"/>
          </ac:spMkLst>
        </pc:spChg>
        <pc:spChg chg="mod">
          <ac:chgData name="Omkar Lolage" userId="b0455e2df38b44be" providerId="LiveId" clId="{30C178EB-052E-4F42-BA4C-2FB7BFD965C0}" dt="2025-10-21T18:01:17.469" v="1249"/>
          <ac:spMkLst>
            <pc:docMk/>
            <pc:sldMk cId="0" sldId="275"/>
            <ac:spMk id="48" creationId="{00000000-0000-0000-0000-000000000000}"/>
          </ac:spMkLst>
        </pc:spChg>
        <pc:spChg chg="mod">
          <ac:chgData name="Omkar Lolage" userId="b0455e2df38b44be" providerId="LiveId" clId="{30C178EB-052E-4F42-BA4C-2FB7BFD965C0}" dt="2025-10-21T18:01:17.469" v="1249"/>
          <ac:spMkLst>
            <pc:docMk/>
            <pc:sldMk cId="0" sldId="275"/>
            <ac:spMk id="49" creationId="{00000000-0000-0000-0000-000000000000}"/>
          </ac:spMkLst>
        </pc:spChg>
        <pc:spChg chg="mod">
          <ac:chgData name="Omkar Lolage" userId="b0455e2df38b44be" providerId="LiveId" clId="{30C178EB-052E-4F42-BA4C-2FB7BFD965C0}" dt="2025-10-21T17:47:22.578" v="989" actId="164"/>
          <ac:spMkLst>
            <pc:docMk/>
            <pc:sldMk cId="0" sldId="275"/>
            <ac:spMk id="50" creationId="{00000000-0000-0000-0000-000000000000}"/>
          </ac:spMkLst>
        </pc:spChg>
        <pc:spChg chg="add mod">
          <ac:chgData name="Omkar Lolage" userId="b0455e2df38b44be" providerId="LiveId" clId="{30C178EB-052E-4F42-BA4C-2FB7BFD965C0}" dt="2025-10-21T18:02:29.693" v="1265"/>
          <ac:spMkLst>
            <pc:docMk/>
            <pc:sldMk cId="0" sldId="275"/>
            <ac:spMk id="53" creationId="{E2111F2A-E42B-F5AF-00D3-E01AB4C9B368}"/>
          </ac:spMkLst>
        </pc:spChg>
        <pc:spChg chg="mod">
          <ac:chgData name="Omkar Lolage" userId="b0455e2df38b44be" providerId="LiveId" clId="{30C178EB-052E-4F42-BA4C-2FB7BFD965C0}" dt="2025-10-21T18:02:41.495" v="1273" actId="20577"/>
          <ac:spMkLst>
            <pc:docMk/>
            <pc:sldMk cId="0" sldId="275"/>
            <ac:spMk id="54" creationId="{6B40FA1E-EAED-7556-F6CF-19C472849765}"/>
          </ac:spMkLst>
        </pc:spChg>
        <pc:spChg chg="add mod">
          <ac:chgData name="Omkar Lolage" userId="b0455e2df38b44be" providerId="LiveId" clId="{30C178EB-052E-4F42-BA4C-2FB7BFD965C0}" dt="2025-10-21T18:01:26.273" v="1250" actId="1076"/>
          <ac:spMkLst>
            <pc:docMk/>
            <pc:sldMk cId="0" sldId="275"/>
            <ac:spMk id="55" creationId="{3DE4326B-001D-2E67-E4BA-A2FEB8E2AD3E}"/>
          </ac:spMkLst>
        </pc:spChg>
        <pc:spChg chg="mod">
          <ac:chgData name="Omkar Lolage" userId="b0455e2df38b44be" providerId="LiveId" clId="{30C178EB-052E-4F42-BA4C-2FB7BFD965C0}" dt="2025-10-21T18:03:03.616" v="1275" actId="1076"/>
          <ac:spMkLst>
            <pc:docMk/>
            <pc:sldMk cId="0" sldId="275"/>
            <ac:spMk id="56" creationId="{EA5905C0-7E1C-F002-B361-BDD8353F248A}"/>
          </ac:spMkLst>
        </pc:spChg>
        <pc:spChg chg="add mod ord">
          <ac:chgData name="Omkar Lolage" userId="b0455e2df38b44be" providerId="LiveId" clId="{30C178EB-052E-4F42-BA4C-2FB7BFD965C0}" dt="2025-10-21T18:03:07.433" v="1276" actId="164"/>
          <ac:spMkLst>
            <pc:docMk/>
            <pc:sldMk cId="0" sldId="275"/>
            <ac:spMk id="57" creationId="{07B118BB-79E1-AFFD-6C8C-22A656C31581}"/>
          </ac:spMkLst>
        </pc:spChg>
        <pc:grpChg chg="mod">
          <ac:chgData name="Omkar Lolage" userId="b0455e2df38b44be" providerId="LiveId" clId="{30C178EB-052E-4F42-BA4C-2FB7BFD965C0}" dt="2025-10-21T17:48:02.293" v="1016" actId="164"/>
          <ac:grpSpMkLst>
            <pc:docMk/>
            <pc:sldMk cId="0" sldId="275"/>
            <ac:grpSpMk id="3" creationId="{00000000-0000-0000-0000-000000000000}"/>
          </ac:grpSpMkLst>
        </pc:grpChg>
        <pc:grpChg chg="mod">
          <ac:chgData name="Omkar Lolage" userId="b0455e2df38b44be" providerId="LiveId" clId="{30C178EB-052E-4F42-BA4C-2FB7BFD965C0}" dt="2025-10-21T17:43:00.938" v="903" actId="14100"/>
          <ac:grpSpMkLst>
            <pc:docMk/>
            <pc:sldMk cId="0" sldId="275"/>
            <ac:grpSpMk id="19" creationId="{00000000-0000-0000-0000-000000000000}"/>
          </ac:grpSpMkLst>
        </pc:grpChg>
        <pc:grpChg chg="mod">
          <ac:chgData name="Omkar Lolage" userId="b0455e2df38b44be" providerId="LiveId" clId="{30C178EB-052E-4F42-BA4C-2FB7BFD965C0}" dt="2025-10-21T17:42:28.984" v="890" actId="1076"/>
          <ac:grpSpMkLst>
            <pc:docMk/>
            <pc:sldMk cId="0" sldId="275"/>
            <ac:grpSpMk id="23" creationId="{00000000-0000-0000-0000-000000000000}"/>
          </ac:grpSpMkLst>
        </pc:grpChg>
        <pc:grpChg chg="mod">
          <ac:chgData name="Omkar Lolage" userId="b0455e2df38b44be" providerId="LiveId" clId="{30C178EB-052E-4F42-BA4C-2FB7BFD965C0}" dt="2025-10-21T17:44:16.973" v="928" actId="1076"/>
          <ac:grpSpMkLst>
            <pc:docMk/>
            <pc:sldMk cId="0" sldId="275"/>
            <ac:grpSpMk id="27" creationId="{00000000-0000-0000-0000-000000000000}"/>
          </ac:grpSpMkLst>
        </pc:grpChg>
        <pc:grpChg chg="mod">
          <ac:chgData name="Omkar Lolage" userId="b0455e2df38b44be" providerId="LiveId" clId="{30C178EB-052E-4F42-BA4C-2FB7BFD965C0}" dt="2025-10-21T17:48:02.293" v="1016" actId="164"/>
          <ac:grpSpMkLst>
            <pc:docMk/>
            <pc:sldMk cId="0" sldId="275"/>
            <ac:grpSpMk id="31" creationId="{00000000-0000-0000-0000-000000000000}"/>
          </ac:grpSpMkLst>
        </pc:grpChg>
        <pc:grpChg chg="del">
          <ac:chgData name="Omkar Lolage" userId="b0455e2df38b44be" providerId="LiveId" clId="{30C178EB-052E-4F42-BA4C-2FB7BFD965C0}" dt="2025-10-21T17:47:12.865" v="987" actId="478"/>
          <ac:grpSpMkLst>
            <pc:docMk/>
            <pc:sldMk cId="0" sldId="275"/>
            <ac:grpSpMk id="35" creationId="{00000000-0000-0000-0000-000000000000}"/>
          </ac:grpSpMkLst>
        </pc:grpChg>
        <pc:grpChg chg="del">
          <ac:chgData name="Omkar Lolage" userId="b0455e2df38b44be" providerId="LiveId" clId="{30C178EB-052E-4F42-BA4C-2FB7BFD965C0}" dt="2025-10-21T17:47:12.865" v="987" actId="478"/>
          <ac:grpSpMkLst>
            <pc:docMk/>
            <pc:sldMk cId="0" sldId="275"/>
            <ac:grpSpMk id="39" creationId="{00000000-0000-0000-0000-000000000000}"/>
          </ac:grpSpMkLst>
        </pc:grpChg>
        <pc:grpChg chg="mod">
          <ac:chgData name="Omkar Lolage" userId="b0455e2df38b44be" providerId="LiveId" clId="{30C178EB-052E-4F42-BA4C-2FB7BFD965C0}" dt="2025-10-21T17:47:22.578" v="989" actId="164"/>
          <ac:grpSpMkLst>
            <pc:docMk/>
            <pc:sldMk cId="0" sldId="275"/>
            <ac:grpSpMk id="43" creationId="{00000000-0000-0000-0000-000000000000}"/>
          </ac:grpSpMkLst>
        </pc:grpChg>
        <pc:grpChg chg="mod">
          <ac:chgData name="Omkar Lolage" userId="b0455e2df38b44be" providerId="LiveId" clId="{30C178EB-052E-4F42-BA4C-2FB7BFD965C0}" dt="2025-10-21T17:47:22.578" v="989" actId="164"/>
          <ac:grpSpMkLst>
            <pc:docMk/>
            <pc:sldMk cId="0" sldId="275"/>
            <ac:grpSpMk id="47" creationId="{00000000-0000-0000-0000-000000000000}"/>
          </ac:grpSpMkLst>
        </pc:grpChg>
        <pc:grpChg chg="add mod">
          <ac:chgData name="Omkar Lolage" userId="b0455e2df38b44be" providerId="LiveId" clId="{30C178EB-052E-4F42-BA4C-2FB7BFD965C0}" dt="2025-10-21T17:47:25.673" v="1009" actId="1035"/>
          <ac:grpSpMkLst>
            <pc:docMk/>
            <pc:sldMk cId="0" sldId="275"/>
            <ac:grpSpMk id="51" creationId="{C40BB034-D704-4DD2-653D-E23D9B27EA97}"/>
          </ac:grpSpMkLst>
        </pc:grpChg>
        <pc:grpChg chg="mod">
          <ac:chgData name="Omkar Lolage" userId="b0455e2df38b44be" providerId="LiveId" clId="{30C178EB-052E-4F42-BA4C-2FB7BFD965C0}" dt="2025-10-21T18:03:07.433" v="1276" actId="164"/>
          <ac:grpSpMkLst>
            <pc:docMk/>
            <pc:sldMk cId="0" sldId="275"/>
            <ac:grpSpMk id="52" creationId="{476293A4-BF41-8595-B91A-E9EF8135AB83}"/>
          </ac:grpSpMkLst>
        </pc:grpChg>
        <pc:grpChg chg="add mod">
          <ac:chgData name="Omkar Lolage" userId="b0455e2df38b44be" providerId="LiveId" clId="{30C178EB-052E-4F42-BA4C-2FB7BFD965C0}" dt="2025-10-21T18:03:07.433" v="1276" actId="164"/>
          <ac:grpSpMkLst>
            <pc:docMk/>
            <pc:sldMk cId="0" sldId="275"/>
            <ac:grpSpMk id="58" creationId="{7FBE4E22-C1EB-CB1D-C6E0-616EE1250F86}"/>
          </ac:grpSpMkLst>
        </pc:grpChg>
      </pc:sldChg>
      <pc:sldChg chg="addSp delSp modSp add mod">
        <pc:chgData name="Omkar Lolage" userId="b0455e2df38b44be" providerId="LiveId" clId="{30C178EB-052E-4F42-BA4C-2FB7BFD965C0}" dt="2025-10-21T18:09:07.690" v="1371" actId="14100"/>
        <pc:sldMkLst>
          <pc:docMk/>
          <pc:sldMk cId="1007223799" sldId="276"/>
        </pc:sldMkLst>
        <pc:picChg chg="del">
          <ac:chgData name="Omkar Lolage" userId="b0455e2df38b44be" providerId="LiveId" clId="{30C178EB-052E-4F42-BA4C-2FB7BFD965C0}" dt="2025-10-21T18:07:56.614" v="1360" actId="478"/>
          <ac:picMkLst>
            <pc:docMk/>
            <pc:sldMk cId="1007223799" sldId="276"/>
            <ac:picMk id="3" creationId="{8069E442-CFAB-3290-1861-C97E1DBEA41C}"/>
          </ac:picMkLst>
        </pc:picChg>
        <pc:picChg chg="add mod">
          <ac:chgData name="Omkar Lolage" userId="b0455e2df38b44be" providerId="LiveId" clId="{30C178EB-052E-4F42-BA4C-2FB7BFD965C0}" dt="2025-10-21T18:08:11.488" v="1365" actId="1076"/>
          <ac:picMkLst>
            <pc:docMk/>
            <pc:sldMk cId="1007223799" sldId="276"/>
            <ac:picMk id="4" creationId="{B895DB35-7201-6F24-18FB-08C0A78D7319}"/>
          </ac:picMkLst>
        </pc:picChg>
        <pc:picChg chg="del">
          <ac:chgData name="Omkar Lolage" userId="b0455e2df38b44be" providerId="LiveId" clId="{30C178EB-052E-4F42-BA4C-2FB7BFD965C0}" dt="2025-10-21T18:08:56.401" v="1366" actId="478"/>
          <ac:picMkLst>
            <pc:docMk/>
            <pc:sldMk cId="1007223799" sldId="276"/>
            <ac:picMk id="5" creationId="{CAC9B0AD-2BF9-B7D1-B8CF-DCA2ED0BEC84}"/>
          </ac:picMkLst>
        </pc:picChg>
        <pc:picChg chg="add mod">
          <ac:chgData name="Omkar Lolage" userId="b0455e2df38b44be" providerId="LiveId" clId="{30C178EB-052E-4F42-BA4C-2FB7BFD965C0}" dt="2025-10-21T18:09:07.690" v="1371" actId="14100"/>
          <ac:picMkLst>
            <pc:docMk/>
            <pc:sldMk cId="1007223799" sldId="276"/>
            <ac:picMk id="7" creationId="{700941A4-0354-7D4E-8A5B-CEE25153A9A6}"/>
          </ac:picMkLst>
        </pc:picChg>
      </pc:sldChg>
      <pc:sldChg chg="addSp delSp modSp add mod">
        <pc:chgData name="Omkar Lolage" userId="b0455e2df38b44be" providerId="LiveId" clId="{30C178EB-052E-4F42-BA4C-2FB7BFD965C0}" dt="2025-10-21T18:20:49.511" v="1461" actId="1076"/>
        <pc:sldMkLst>
          <pc:docMk/>
          <pc:sldMk cId="787467630" sldId="277"/>
        </pc:sldMkLst>
        <pc:spChg chg="mod">
          <ac:chgData name="Omkar Lolage" userId="b0455e2df38b44be" providerId="LiveId" clId="{30C178EB-052E-4F42-BA4C-2FB7BFD965C0}" dt="2025-10-21T18:11:31.086" v="1452" actId="14100"/>
          <ac:spMkLst>
            <pc:docMk/>
            <pc:sldMk cId="787467630" sldId="277"/>
            <ac:spMk id="96" creationId="{F2ACFBB6-A4CC-231C-4D19-DFBAFEABDE63}"/>
          </ac:spMkLst>
        </pc:spChg>
        <pc:picChg chg="add mod">
          <ac:chgData name="Omkar Lolage" userId="b0455e2df38b44be" providerId="LiveId" clId="{30C178EB-052E-4F42-BA4C-2FB7BFD965C0}" dt="2025-10-21T18:10:15.646" v="1439" actId="1440"/>
          <ac:picMkLst>
            <pc:docMk/>
            <pc:sldMk cId="787467630" sldId="277"/>
            <ac:picMk id="3" creationId="{ECCC71BD-FD7F-FC9B-9FB7-27318F88071C}"/>
          </ac:picMkLst>
        </pc:picChg>
        <pc:picChg chg="del">
          <ac:chgData name="Omkar Lolage" userId="b0455e2df38b44be" providerId="LiveId" clId="{30C178EB-052E-4F42-BA4C-2FB7BFD965C0}" dt="2025-10-21T18:09:36.939" v="1373" actId="478"/>
          <ac:picMkLst>
            <pc:docMk/>
            <pc:sldMk cId="787467630" sldId="277"/>
            <ac:picMk id="4" creationId="{6B33CF2A-B230-6ADE-0E38-AF2F5F60296E}"/>
          </ac:picMkLst>
        </pc:picChg>
        <pc:picChg chg="add mod">
          <ac:chgData name="Omkar Lolage" userId="b0455e2df38b44be" providerId="LiveId" clId="{30C178EB-052E-4F42-BA4C-2FB7BFD965C0}" dt="2025-10-21T18:10:48.024" v="1446" actId="1076"/>
          <ac:picMkLst>
            <pc:docMk/>
            <pc:sldMk cId="787467630" sldId="277"/>
            <ac:picMk id="6" creationId="{B9A590A6-404E-C2E6-14B7-5FD633C377B4}"/>
          </ac:picMkLst>
        </pc:picChg>
        <pc:picChg chg="del">
          <ac:chgData name="Omkar Lolage" userId="b0455e2df38b44be" providerId="LiveId" clId="{30C178EB-052E-4F42-BA4C-2FB7BFD965C0}" dt="2025-10-21T18:09:38.268" v="1374" actId="478"/>
          <ac:picMkLst>
            <pc:docMk/>
            <pc:sldMk cId="787467630" sldId="277"/>
            <ac:picMk id="7" creationId="{70622024-ABCB-C6CE-C861-49E8EB408E77}"/>
          </ac:picMkLst>
        </pc:picChg>
        <pc:picChg chg="add mod">
          <ac:chgData name="Omkar Lolage" userId="b0455e2df38b44be" providerId="LiveId" clId="{30C178EB-052E-4F42-BA4C-2FB7BFD965C0}" dt="2025-10-21T18:11:22.386" v="1450" actId="1440"/>
          <ac:picMkLst>
            <pc:docMk/>
            <pc:sldMk cId="787467630" sldId="277"/>
            <ac:picMk id="9" creationId="{BD85683A-50C7-A133-4456-3906F209E46D}"/>
          </ac:picMkLst>
        </pc:picChg>
        <pc:picChg chg="add mod modCrop">
          <ac:chgData name="Omkar Lolage" userId="b0455e2df38b44be" providerId="LiveId" clId="{30C178EB-052E-4F42-BA4C-2FB7BFD965C0}" dt="2025-10-21T18:20:49.511" v="1461" actId="1076"/>
          <ac:picMkLst>
            <pc:docMk/>
            <pc:sldMk cId="787467630" sldId="277"/>
            <ac:picMk id="11" creationId="{6DFBB588-62FE-E83E-8ABA-E9D7E779B51A}"/>
          </ac:picMkLst>
        </pc:picChg>
      </pc:sldChg>
      <pc:sldChg chg="addSp delSp modSp add mod">
        <pc:chgData name="Omkar Lolage" userId="b0455e2df38b44be" providerId="LiveId" clId="{30C178EB-052E-4F42-BA4C-2FB7BFD965C0}" dt="2025-10-21T18:22:34.846" v="1483" actId="1076"/>
        <pc:sldMkLst>
          <pc:docMk/>
          <pc:sldMk cId="2626623608" sldId="278"/>
        </pc:sldMkLst>
        <pc:picChg chg="del">
          <ac:chgData name="Omkar Lolage" userId="b0455e2df38b44be" providerId="LiveId" clId="{30C178EB-052E-4F42-BA4C-2FB7BFD965C0}" dt="2025-10-21T18:21:15.323" v="1464" actId="478"/>
          <ac:picMkLst>
            <pc:docMk/>
            <pc:sldMk cId="2626623608" sldId="278"/>
            <ac:picMk id="3" creationId="{9A1839F7-F0EB-52D8-8B11-8803BFBB2151}"/>
          </ac:picMkLst>
        </pc:picChg>
        <pc:picChg chg="add mod">
          <ac:chgData name="Omkar Lolage" userId="b0455e2df38b44be" providerId="LiveId" clId="{30C178EB-052E-4F42-BA4C-2FB7BFD965C0}" dt="2025-10-21T18:21:29.177" v="1472" actId="1076"/>
          <ac:picMkLst>
            <pc:docMk/>
            <pc:sldMk cId="2626623608" sldId="278"/>
            <ac:picMk id="4" creationId="{62A6A770-BD0F-8C32-E95E-8B8BF9C0D4E7}"/>
          </ac:picMkLst>
        </pc:picChg>
        <pc:picChg chg="del">
          <ac:chgData name="Omkar Lolage" userId="b0455e2df38b44be" providerId="LiveId" clId="{30C178EB-052E-4F42-BA4C-2FB7BFD965C0}" dt="2025-10-21T18:21:15.323" v="1464" actId="478"/>
          <ac:picMkLst>
            <pc:docMk/>
            <pc:sldMk cId="2626623608" sldId="278"/>
            <ac:picMk id="6" creationId="{BB3B8074-0DBE-C4F6-BB19-9EDBEF3B31F5}"/>
          </ac:picMkLst>
        </pc:picChg>
        <pc:picChg chg="add mod">
          <ac:chgData name="Omkar Lolage" userId="b0455e2df38b44be" providerId="LiveId" clId="{30C178EB-052E-4F42-BA4C-2FB7BFD965C0}" dt="2025-10-21T18:21:56.498" v="1476" actId="1440"/>
          <ac:picMkLst>
            <pc:docMk/>
            <pc:sldMk cId="2626623608" sldId="278"/>
            <ac:picMk id="7" creationId="{F1805D81-859A-E3A3-B36F-C02D0D53FB04}"/>
          </ac:picMkLst>
        </pc:picChg>
        <pc:picChg chg="del mod">
          <ac:chgData name="Omkar Lolage" userId="b0455e2df38b44be" providerId="LiveId" clId="{30C178EB-052E-4F42-BA4C-2FB7BFD965C0}" dt="2025-10-21T18:21:16.260" v="1465" actId="478"/>
          <ac:picMkLst>
            <pc:docMk/>
            <pc:sldMk cId="2626623608" sldId="278"/>
            <ac:picMk id="9" creationId="{C85605DE-1757-66B8-0825-A79F3E2E5E58}"/>
          </ac:picMkLst>
        </pc:picChg>
        <pc:picChg chg="add mod">
          <ac:chgData name="Omkar Lolage" userId="b0455e2df38b44be" providerId="LiveId" clId="{30C178EB-052E-4F42-BA4C-2FB7BFD965C0}" dt="2025-10-21T18:22:34.846" v="1483" actId="1076"/>
          <ac:picMkLst>
            <pc:docMk/>
            <pc:sldMk cId="2626623608" sldId="278"/>
            <ac:picMk id="10" creationId="{B1AADFC0-F4A0-1B69-41A0-4337820F1C3D}"/>
          </ac:picMkLst>
        </pc:picChg>
        <pc:picChg chg="del">
          <ac:chgData name="Omkar Lolage" userId="b0455e2df38b44be" providerId="LiveId" clId="{30C178EB-052E-4F42-BA4C-2FB7BFD965C0}" dt="2025-10-21T18:21:15.323" v="1464" actId="478"/>
          <ac:picMkLst>
            <pc:docMk/>
            <pc:sldMk cId="2626623608" sldId="278"/>
            <ac:picMk id="11" creationId="{A0B555E9-8007-A809-09AB-BF7CA7169E0F}"/>
          </ac:picMkLst>
        </pc:picChg>
      </pc:sldChg>
      <pc:sldChg chg="addSp delSp modSp add del mod modNotes">
        <pc:chgData name="Omkar Lolage" userId="b0455e2df38b44be" providerId="LiveId" clId="{30C178EB-052E-4F42-BA4C-2FB7BFD965C0}" dt="2025-10-21T17:58:15.112" v="1173" actId="47"/>
        <pc:sldMkLst>
          <pc:docMk/>
          <pc:sldMk cId="2717001086" sldId="306"/>
        </pc:sldMkLst>
        <pc:spChg chg="mod">
          <ac:chgData name="Omkar Lolage" userId="b0455e2df38b44be" providerId="LiveId" clId="{30C178EB-052E-4F42-BA4C-2FB7BFD965C0}" dt="2025-10-21T17:58:04.258" v="1171" actId="164"/>
          <ac:spMkLst>
            <pc:docMk/>
            <pc:sldMk cId="2717001086" sldId="306"/>
            <ac:spMk id="6" creationId="{BAB5AD76-69C7-10D3-44C6-A5DC2A0359B2}"/>
          </ac:spMkLst>
        </pc:spChg>
        <pc:spChg chg="mod">
          <ac:chgData name="Omkar Lolage" userId="b0455e2df38b44be" providerId="LiveId" clId="{30C178EB-052E-4F42-BA4C-2FB7BFD965C0}" dt="2025-10-21T17:58:04.258" v="1171" actId="164"/>
          <ac:spMkLst>
            <pc:docMk/>
            <pc:sldMk cId="2717001086" sldId="306"/>
            <ac:spMk id="7" creationId="{46CF08C0-10B4-85E5-12A2-58B7BE550E52}"/>
          </ac:spMkLst>
        </pc:spChg>
        <pc:spChg chg="mod">
          <ac:chgData name="Omkar Lolage" userId="b0455e2df38b44be" providerId="LiveId" clId="{30C178EB-052E-4F42-BA4C-2FB7BFD965C0}" dt="2025-10-21T17:58:04.258" v="1171" actId="164"/>
          <ac:spMkLst>
            <pc:docMk/>
            <pc:sldMk cId="2717001086" sldId="306"/>
            <ac:spMk id="8" creationId="{73B3F9E6-6E47-A1C1-9655-EA21396B93F1}"/>
          </ac:spMkLst>
        </pc:spChg>
        <pc:spChg chg="mod">
          <ac:chgData name="Omkar Lolage" userId="b0455e2df38b44be" providerId="LiveId" clId="{30C178EB-052E-4F42-BA4C-2FB7BFD965C0}" dt="2025-10-21T17:58:04.258" v="1171" actId="164"/>
          <ac:spMkLst>
            <pc:docMk/>
            <pc:sldMk cId="2717001086" sldId="306"/>
            <ac:spMk id="12" creationId="{DDB06A86-BC53-48AA-AC50-A4A77FEF85EA}"/>
          </ac:spMkLst>
        </pc:spChg>
        <pc:spChg chg="add mod">
          <ac:chgData name="Omkar Lolage" userId="b0455e2df38b44be" providerId="LiveId" clId="{30C178EB-052E-4F42-BA4C-2FB7BFD965C0}" dt="2025-10-21T17:58:04.258" v="1171" actId="164"/>
          <ac:spMkLst>
            <pc:docMk/>
            <pc:sldMk cId="2717001086" sldId="306"/>
            <ac:spMk id="16" creationId="{9FB3B257-2B87-7C5B-C13C-7C6EB70734D4}"/>
          </ac:spMkLst>
        </pc:spChg>
        <pc:spChg chg="mod">
          <ac:chgData name="Omkar Lolage" userId="b0455e2df38b44be" providerId="LiveId" clId="{30C178EB-052E-4F42-BA4C-2FB7BFD965C0}" dt="2025-10-21T17:58:04.258" v="1171" actId="164"/>
          <ac:spMkLst>
            <pc:docMk/>
            <pc:sldMk cId="2717001086" sldId="306"/>
            <ac:spMk id="17" creationId="{81AC799E-965A-A7F6-C127-293B855D234E}"/>
          </ac:spMkLst>
        </pc:spChg>
        <pc:spChg chg="del mod">
          <ac:chgData name="Omkar Lolage" userId="b0455e2df38b44be" providerId="LiveId" clId="{30C178EB-052E-4F42-BA4C-2FB7BFD965C0}" dt="2025-10-21T17:55:03.861" v="1139" actId="478"/>
          <ac:spMkLst>
            <pc:docMk/>
            <pc:sldMk cId="2717001086" sldId="306"/>
            <ac:spMk id="18" creationId="{CA50A5E3-5DA1-47C9-9E60-9B894F3E09B3}"/>
          </ac:spMkLst>
        </pc:spChg>
        <pc:spChg chg="add del">
          <ac:chgData name="Omkar Lolage" userId="b0455e2df38b44be" providerId="LiveId" clId="{30C178EB-052E-4F42-BA4C-2FB7BFD965C0}" dt="2025-10-21T17:56:35.256" v="1160" actId="22"/>
          <ac:spMkLst>
            <pc:docMk/>
            <pc:sldMk cId="2717001086" sldId="306"/>
            <ac:spMk id="26" creationId="{58767DA5-6E76-2511-E8D7-F7F5A72E80FC}"/>
          </ac:spMkLst>
        </pc:spChg>
        <pc:grpChg chg="del">
          <ac:chgData name="Omkar Lolage" userId="b0455e2df38b44be" providerId="LiveId" clId="{30C178EB-052E-4F42-BA4C-2FB7BFD965C0}" dt="2025-10-21T17:55:56.581" v="1152" actId="478"/>
          <ac:grpSpMkLst>
            <pc:docMk/>
            <pc:sldMk cId="2717001086" sldId="306"/>
            <ac:grpSpMk id="9" creationId="{7068B2B6-7BBE-D87C-07CE-332D2FCF4051}"/>
          </ac:grpSpMkLst>
        </pc:grpChg>
        <pc:picChg chg="del">
          <ac:chgData name="Omkar Lolage" userId="b0455e2df38b44be" providerId="LiveId" clId="{30C178EB-052E-4F42-BA4C-2FB7BFD965C0}" dt="2025-10-21T17:52:00.361" v="1049" actId="478"/>
          <ac:picMkLst>
            <pc:docMk/>
            <pc:sldMk cId="2717001086" sldId="306"/>
            <ac:picMk id="4" creationId="{041BA36F-F1BF-EAAC-1E72-27181E113DCF}"/>
          </ac:picMkLst>
        </pc:picChg>
        <pc:picChg chg="mod">
          <ac:chgData name="Omkar Lolage" userId="b0455e2df38b44be" providerId="LiveId" clId="{30C178EB-052E-4F42-BA4C-2FB7BFD965C0}" dt="2025-10-21T17:58:04.258" v="1171" actId="164"/>
          <ac:picMkLst>
            <pc:docMk/>
            <pc:sldMk cId="2717001086" sldId="306"/>
            <ac:picMk id="5" creationId="{A8206A6B-8527-59FD-4E3B-159C8255B452}"/>
          </ac:picMkLst>
        </pc:picChg>
        <pc:picChg chg="del topLvl">
          <ac:chgData name="Omkar Lolage" userId="b0455e2df38b44be" providerId="LiveId" clId="{30C178EB-052E-4F42-BA4C-2FB7BFD965C0}" dt="2025-10-21T17:55:56.581" v="1152" actId="478"/>
          <ac:picMkLst>
            <pc:docMk/>
            <pc:sldMk cId="2717001086" sldId="306"/>
            <ac:picMk id="10" creationId="{A808D608-5513-3A0A-B159-F42A46C9DB47}"/>
          </ac:picMkLst>
        </pc:picChg>
        <pc:picChg chg="topLvl">
          <ac:chgData name="Omkar Lolage" userId="b0455e2df38b44be" providerId="LiveId" clId="{30C178EB-052E-4F42-BA4C-2FB7BFD965C0}" dt="2025-10-21T17:55:56.581" v="1152" actId="478"/>
          <ac:picMkLst>
            <pc:docMk/>
            <pc:sldMk cId="2717001086" sldId="306"/>
            <ac:picMk id="11" creationId="{7A40D804-D938-B859-0113-603AB4200FF1}"/>
          </ac:picMkLst>
        </pc:picChg>
        <pc:picChg chg="add mod">
          <ac:chgData name="Omkar Lolage" userId="b0455e2df38b44be" providerId="LiveId" clId="{30C178EB-052E-4F42-BA4C-2FB7BFD965C0}" dt="2025-10-21T17:51:15.212" v="1043" actId="1076"/>
          <ac:picMkLst>
            <pc:docMk/>
            <pc:sldMk cId="2717001086" sldId="306"/>
            <ac:picMk id="13" creationId="{9E6D9CAD-0CF0-EA31-8489-A33339ACA1A7}"/>
          </ac:picMkLst>
        </pc:picChg>
        <pc:picChg chg="add mod">
          <ac:chgData name="Omkar Lolage" userId="b0455e2df38b44be" providerId="LiveId" clId="{30C178EB-052E-4F42-BA4C-2FB7BFD965C0}" dt="2025-10-21T17:58:04.258" v="1171" actId="164"/>
          <ac:picMkLst>
            <pc:docMk/>
            <pc:sldMk cId="2717001086" sldId="306"/>
            <ac:picMk id="15" creationId="{9A3B73C6-0EB1-FED3-8220-3AE1FE726FFA}"/>
          </ac:picMkLst>
        </pc:picChg>
        <pc:picChg chg="del">
          <ac:chgData name="Omkar Lolage" userId="b0455e2df38b44be" providerId="LiveId" clId="{30C178EB-052E-4F42-BA4C-2FB7BFD965C0}" dt="2025-10-21T17:56:45.191" v="1162" actId="478"/>
          <ac:picMkLst>
            <pc:docMk/>
            <pc:sldMk cId="2717001086" sldId="306"/>
            <ac:picMk id="19" creationId="{F64CC7C1-46CF-7D92-5FFD-E3D4F4D2998D}"/>
          </ac:picMkLst>
        </pc:picChg>
        <pc:picChg chg="del">
          <ac:chgData name="Omkar Lolage" userId="b0455e2df38b44be" providerId="LiveId" clId="{30C178EB-052E-4F42-BA4C-2FB7BFD965C0}" dt="2025-10-21T17:57:32.326" v="1168" actId="478"/>
          <ac:picMkLst>
            <pc:docMk/>
            <pc:sldMk cId="2717001086" sldId="306"/>
            <ac:picMk id="21" creationId="{1C872481-6B3A-601D-F9AC-FF914C5FAC80}"/>
          </ac:picMkLst>
        </pc:picChg>
        <pc:picChg chg="add del">
          <ac:chgData name="Omkar Lolage" userId="b0455e2df38b44be" providerId="LiveId" clId="{30C178EB-052E-4F42-BA4C-2FB7BFD965C0}" dt="2025-10-21T17:56:25.476" v="1158" actId="478"/>
          <ac:picMkLst>
            <pc:docMk/>
            <pc:sldMk cId="2717001086" sldId="306"/>
            <ac:picMk id="22" creationId="{FE0F2FC9-F9F5-2A2B-B67D-FF29A97D4D4D}"/>
          </ac:picMkLst>
        </pc:picChg>
        <pc:picChg chg="add mod">
          <ac:chgData name="Omkar Lolage" userId="b0455e2df38b44be" providerId="LiveId" clId="{30C178EB-052E-4F42-BA4C-2FB7BFD965C0}" dt="2025-10-21T17:58:04.258" v="1171" actId="164"/>
          <ac:picMkLst>
            <pc:docMk/>
            <pc:sldMk cId="2717001086" sldId="306"/>
            <ac:picMk id="24" creationId="{C1E1A600-EE13-59AE-3072-49D0DAA5BD1F}"/>
          </ac:picMkLst>
        </pc:picChg>
        <pc:picChg chg="add mod">
          <ac:chgData name="Omkar Lolage" userId="b0455e2df38b44be" providerId="LiveId" clId="{30C178EB-052E-4F42-BA4C-2FB7BFD965C0}" dt="2025-10-21T17:58:04.258" v="1171" actId="164"/>
          <ac:picMkLst>
            <pc:docMk/>
            <pc:sldMk cId="2717001086" sldId="306"/>
            <ac:picMk id="28" creationId="{752E59B9-2C0C-A95C-AE51-72053A61DC53}"/>
          </ac:picMkLst>
        </pc:picChg>
        <pc:picChg chg="del">
          <ac:chgData name="Omkar Lolage" userId="b0455e2df38b44be" providerId="LiveId" clId="{30C178EB-052E-4F42-BA4C-2FB7BFD965C0}" dt="2025-10-21T17:51:09.710" v="1041" actId="478"/>
          <ac:picMkLst>
            <pc:docMk/>
            <pc:sldMk cId="2717001086" sldId="306"/>
            <ac:picMk id="2052" creationId="{34DDA362-1C3C-2A29-A565-8D9BC82147AD}"/>
          </ac:picMkLst>
        </pc:picChg>
        <pc:picChg chg="add del">
          <ac:chgData name="Omkar Lolage" userId="b0455e2df38b44be" providerId="LiveId" clId="{30C178EB-052E-4F42-BA4C-2FB7BFD965C0}" dt="2025-10-21T17:50:45.656" v="1037" actId="478"/>
          <ac:picMkLst>
            <pc:docMk/>
            <pc:sldMk cId="2717001086" sldId="306"/>
            <ac:picMk id="3074" creationId="{DC612A34-460F-66DB-C0A0-B6120CE94C67}"/>
          </ac:picMkLst>
        </pc:picChg>
        <pc:picChg chg="add mod">
          <ac:chgData name="Omkar Lolage" userId="b0455e2df38b44be" providerId="LiveId" clId="{30C178EB-052E-4F42-BA4C-2FB7BFD965C0}" dt="2025-10-21T17:57:34.798" v="1169" actId="1076"/>
          <ac:picMkLst>
            <pc:docMk/>
            <pc:sldMk cId="2717001086" sldId="306"/>
            <ac:picMk id="3076" creationId="{B9A01269-CD6A-F3DC-97FF-21CF41EFB3CC}"/>
          </ac:picMkLst>
        </pc:picChg>
      </pc:sldChg>
      <pc:sldChg chg="add del">
        <pc:chgData name="Omkar Lolage" userId="b0455e2df38b44be" providerId="LiveId" clId="{30C178EB-052E-4F42-BA4C-2FB7BFD965C0}" dt="2025-10-21T17:49:41.053" v="1019"/>
        <pc:sldMkLst>
          <pc:docMk/>
          <pc:sldMk cId="2478196892" sldId="307"/>
        </pc:sldMkLst>
      </pc:sldChg>
      <pc:sldMasterChg chg="delSldLayout">
        <pc:chgData name="Omkar Lolage" userId="b0455e2df38b44be" providerId="LiveId" clId="{30C178EB-052E-4F42-BA4C-2FB7BFD965C0}" dt="2025-10-21T16:22:08.502" v="225" actId="47"/>
        <pc:sldMasterMkLst>
          <pc:docMk/>
          <pc:sldMasterMk cId="0" sldId="2147483659"/>
        </pc:sldMasterMkLst>
        <pc:sldLayoutChg chg="del">
          <pc:chgData name="Omkar Lolage" userId="b0455e2df38b44be" providerId="LiveId" clId="{30C178EB-052E-4F42-BA4C-2FB7BFD965C0}" dt="2025-10-21T16:22:08.502" v="225" actId="47"/>
          <pc:sldLayoutMkLst>
            <pc:docMk/>
            <pc:sldMasterMk cId="0" sldId="2147483659"/>
            <pc:sldLayoutMk cId="3796969508"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ECB4ABA-DDA3-4AF1-DEC6-E2A384B8F731}"/>
            </a:ext>
          </a:extLst>
        </p:cNvPr>
        <p:cNvGrpSpPr/>
        <p:nvPr/>
      </p:nvGrpSpPr>
      <p:grpSpPr>
        <a:xfrm>
          <a:off x="0" y="0"/>
          <a:ext cx="0" cy="0"/>
          <a:chOff x="0" y="0"/>
          <a:chExt cx="0" cy="0"/>
        </a:xfrm>
      </p:grpSpPr>
      <p:sp>
        <p:nvSpPr>
          <p:cNvPr id="58" name="Google Shape;58;g38e345602d9_0_2:notes">
            <a:extLst>
              <a:ext uri="{FF2B5EF4-FFF2-40B4-BE49-F238E27FC236}">
                <a16:creationId xmlns:a16="http://schemas.microsoft.com/office/drawing/2014/main" id="{59838EEA-FB51-2DEE-E80E-CFDD41D208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8e345602d9_0_2:notes">
            <a:extLst>
              <a:ext uri="{FF2B5EF4-FFF2-40B4-BE49-F238E27FC236}">
                <a16:creationId xmlns:a16="http://schemas.microsoft.com/office/drawing/2014/main" id="{C49B4739-C0A2-4701-5605-2D5628D2F2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72374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04FEA72-86CE-75A6-2306-42C2BE55797D}"/>
            </a:ext>
          </a:extLst>
        </p:cNvPr>
        <p:cNvGrpSpPr/>
        <p:nvPr/>
      </p:nvGrpSpPr>
      <p:grpSpPr>
        <a:xfrm>
          <a:off x="0" y="0"/>
          <a:ext cx="0" cy="0"/>
          <a:chOff x="0" y="0"/>
          <a:chExt cx="0" cy="0"/>
        </a:xfrm>
      </p:grpSpPr>
      <p:sp>
        <p:nvSpPr>
          <p:cNvPr id="58" name="Google Shape;58;g38e345602d9_0_2:notes">
            <a:extLst>
              <a:ext uri="{FF2B5EF4-FFF2-40B4-BE49-F238E27FC236}">
                <a16:creationId xmlns:a16="http://schemas.microsoft.com/office/drawing/2014/main" id="{3E60015C-E4C8-DF39-0F95-04A248AB22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8e345602d9_0_2:notes">
            <a:extLst>
              <a:ext uri="{FF2B5EF4-FFF2-40B4-BE49-F238E27FC236}">
                <a16:creationId xmlns:a16="http://schemas.microsoft.com/office/drawing/2014/main" id="{FBA04D24-2E7E-E954-D54E-CCF84EB527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70953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8e345602d9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8e345602d9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8e345602d9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8e345602d9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8e345602d9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8e345602d9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8e345602d9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8e345602d9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C14DB6D7-B4B2-8011-E169-EF7474C3088D}"/>
            </a:ext>
          </a:extLst>
        </p:cNvPr>
        <p:cNvGrpSpPr/>
        <p:nvPr/>
      </p:nvGrpSpPr>
      <p:grpSpPr>
        <a:xfrm>
          <a:off x="0" y="0"/>
          <a:ext cx="0" cy="0"/>
          <a:chOff x="0" y="0"/>
          <a:chExt cx="0" cy="0"/>
        </a:xfrm>
      </p:grpSpPr>
      <p:sp>
        <p:nvSpPr>
          <p:cNvPr id="90" name="Google Shape;90;g38e345602d9_0_35:notes">
            <a:extLst>
              <a:ext uri="{FF2B5EF4-FFF2-40B4-BE49-F238E27FC236}">
                <a16:creationId xmlns:a16="http://schemas.microsoft.com/office/drawing/2014/main" id="{9A0FB3C8-85A8-7888-AE39-ABABE926D0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8e345602d9_0_35:notes">
            <a:extLst>
              <a:ext uri="{FF2B5EF4-FFF2-40B4-BE49-F238E27FC236}">
                <a16:creationId xmlns:a16="http://schemas.microsoft.com/office/drawing/2014/main" id="{B4805DF8-B49A-984C-E412-1D099E651B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8102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C48E2ACA-B5BE-29EB-0E1D-3578D8BE2540}"/>
            </a:ext>
          </a:extLst>
        </p:cNvPr>
        <p:cNvGrpSpPr/>
        <p:nvPr/>
      </p:nvGrpSpPr>
      <p:grpSpPr>
        <a:xfrm>
          <a:off x="0" y="0"/>
          <a:ext cx="0" cy="0"/>
          <a:chOff x="0" y="0"/>
          <a:chExt cx="0" cy="0"/>
        </a:xfrm>
      </p:grpSpPr>
      <p:sp>
        <p:nvSpPr>
          <p:cNvPr id="90" name="Google Shape;90;g38e345602d9_0_35:notes">
            <a:extLst>
              <a:ext uri="{FF2B5EF4-FFF2-40B4-BE49-F238E27FC236}">
                <a16:creationId xmlns:a16="http://schemas.microsoft.com/office/drawing/2014/main" id="{4ADAF32D-6C09-CFA6-CE6C-18F4FB2439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8e345602d9_0_35:notes">
            <a:extLst>
              <a:ext uri="{FF2B5EF4-FFF2-40B4-BE49-F238E27FC236}">
                <a16:creationId xmlns:a16="http://schemas.microsoft.com/office/drawing/2014/main" id="{71B46EB0-D5CE-2DEC-454D-F1AB650A9A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2310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B32FD4BB-FA63-8F44-B8C5-2B15BC18BE97}"/>
            </a:ext>
          </a:extLst>
        </p:cNvPr>
        <p:cNvGrpSpPr/>
        <p:nvPr/>
      </p:nvGrpSpPr>
      <p:grpSpPr>
        <a:xfrm>
          <a:off x="0" y="0"/>
          <a:ext cx="0" cy="0"/>
          <a:chOff x="0" y="0"/>
          <a:chExt cx="0" cy="0"/>
        </a:xfrm>
      </p:grpSpPr>
      <p:sp>
        <p:nvSpPr>
          <p:cNvPr id="90" name="Google Shape;90;g38e345602d9_0_35:notes">
            <a:extLst>
              <a:ext uri="{FF2B5EF4-FFF2-40B4-BE49-F238E27FC236}">
                <a16:creationId xmlns:a16="http://schemas.microsoft.com/office/drawing/2014/main" id="{F57D2E18-D28B-B902-5DE8-E9089B8811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8e345602d9_0_35:notes">
            <a:extLst>
              <a:ext uri="{FF2B5EF4-FFF2-40B4-BE49-F238E27FC236}">
                <a16:creationId xmlns:a16="http://schemas.microsoft.com/office/drawing/2014/main" id="{47AC79CE-A899-EEA0-2AB5-0A9E829E23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663335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8e345602d9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8e345602d9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8e345602d9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8e345602d9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8e345602d9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8e345602d9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8e345602d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8e345602d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56373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3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36476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2.png"/><Relationship Id="rId7" Type="http://schemas.openxmlformats.org/officeDocument/2006/relationships/image" Target="../media/image20.jpg"/><Relationship Id="rId12"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4.pn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1025" y="4941300"/>
            <a:ext cx="9144000" cy="202200"/>
          </a:xfrm>
          <a:prstGeom prst="rect">
            <a:avLst/>
          </a:prstGeom>
          <a:solidFill>
            <a:srgbClr val="00273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2733"/>
              </a:solidFill>
            </a:endParaRPr>
          </a:p>
        </p:txBody>
      </p:sp>
      <p:sp>
        <p:nvSpPr>
          <p:cNvPr id="55" name="Google Shape;55;p13"/>
          <p:cNvSpPr txBox="1"/>
          <p:nvPr/>
        </p:nvSpPr>
        <p:spPr>
          <a:xfrm>
            <a:off x="192000" y="3173375"/>
            <a:ext cx="8760000" cy="159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a:t>Team Details</a:t>
            </a:r>
            <a:endParaRPr sz="1800" b="1" dirty="0"/>
          </a:p>
          <a:p>
            <a:pPr marL="0" lvl="0" indent="0" algn="l" rtl="0">
              <a:spcBef>
                <a:spcPts val="0"/>
              </a:spcBef>
              <a:spcAft>
                <a:spcPts val="0"/>
              </a:spcAft>
              <a:buNone/>
            </a:pPr>
            <a:endParaRPr sz="1800" b="1" dirty="0"/>
          </a:p>
          <a:p>
            <a:pPr marL="914400" lvl="1" indent="-342900" algn="l" rtl="0">
              <a:spcBef>
                <a:spcPts val="0"/>
              </a:spcBef>
              <a:spcAft>
                <a:spcPts val="0"/>
              </a:spcAft>
              <a:buSzPts val="1800"/>
              <a:buAutoNum type="alphaLcPeriod"/>
            </a:pPr>
            <a:r>
              <a:rPr lang="en-GB" sz="1800" b="1" dirty="0"/>
              <a:t>Team name: Prakhar</a:t>
            </a:r>
            <a:endParaRPr sz="1800" b="1" dirty="0"/>
          </a:p>
          <a:p>
            <a:pPr marL="914400" lvl="1" indent="-342900" algn="l" rtl="0">
              <a:spcBef>
                <a:spcPts val="0"/>
              </a:spcBef>
              <a:spcAft>
                <a:spcPts val="0"/>
              </a:spcAft>
              <a:buSzPts val="1800"/>
              <a:buAutoNum type="alphaLcPeriod"/>
            </a:pPr>
            <a:r>
              <a:rPr lang="en-GB" sz="1800" b="1" dirty="0"/>
              <a:t>Team leader name: Omkar Lolage</a:t>
            </a:r>
            <a:endParaRPr sz="1800" b="1" dirty="0"/>
          </a:p>
          <a:p>
            <a:pPr marL="914400" lvl="1" indent="-342900">
              <a:buSzPts val="1800"/>
              <a:buFont typeface="Arial"/>
              <a:buAutoNum type="alphaLcPeriod"/>
            </a:pPr>
            <a:r>
              <a:rPr lang="en-GB" sz="1800" b="1" dirty="0"/>
              <a:t>Problem Statement: </a:t>
            </a:r>
            <a:r>
              <a:rPr lang="en-IN" sz="1800" b="1" dirty="0"/>
              <a:t>Predictive Parking Space Marketplace</a:t>
            </a:r>
            <a:r>
              <a:rPr lang="en-GB" sz="1800" b="1" dirty="0"/>
              <a:t> </a:t>
            </a:r>
            <a:endParaRPr sz="1800" b="1" dirty="0"/>
          </a:p>
          <a:p>
            <a:pPr marL="0" lvl="0" indent="0" algn="l" rtl="0">
              <a:spcBef>
                <a:spcPts val="0"/>
              </a:spcBef>
              <a:spcAft>
                <a:spcPts val="0"/>
              </a:spcAft>
              <a:buNone/>
            </a:pPr>
            <a:endParaRPr sz="1800" b="1" dirty="0"/>
          </a:p>
        </p:txBody>
      </p:sp>
      <p:pic>
        <p:nvPicPr>
          <p:cNvPr id="56" name="Google Shape;56;p13" title="Background Banner.png"/>
          <p:cNvPicPr preferRelativeResize="0"/>
          <p:nvPr/>
        </p:nvPicPr>
        <p:blipFill>
          <a:blip r:embed="rId3">
            <a:alphaModFix/>
          </a:blip>
          <a:stretch>
            <a:fillRect/>
          </a:stretch>
        </p:blipFill>
        <p:spPr>
          <a:xfrm>
            <a:off x="1025" y="-70425"/>
            <a:ext cx="9144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FE85DD8-C376-4FD2-EAD5-12E6F3D83E74}"/>
            </a:ext>
          </a:extLst>
        </p:cNvPr>
        <p:cNvGrpSpPr/>
        <p:nvPr/>
      </p:nvGrpSpPr>
      <p:grpSpPr>
        <a:xfrm>
          <a:off x="0" y="0"/>
          <a:ext cx="0" cy="0"/>
          <a:chOff x="0" y="0"/>
          <a:chExt cx="0" cy="0"/>
        </a:xfrm>
      </p:grpSpPr>
      <p:pic>
        <p:nvPicPr>
          <p:cNvPr id="61" name="Google Shape;61;p14" title="Vector.png">
            <a:extLst>
              <a:ext uri="{FF2B5EF4-FFF2-40B4-BE49-F238E27FC236}">
                <a16:creationId xmlns:a16="http://schemas.microsoft.com/office/drawing/2014/main" id="{CC173930-A2DC-2FFC-1CB6-4BD3CD95D565}"/>
              </a:ext>
            </a:extLst>
          </p:cNvPr>
          <p:cNvPicPr preferRelativeResize="0"/>
          <p:nvPr/>
        </p:nvPicPr>
        <p:blipFill>
          <a:blip r:embed="rId3">
            <a:alphaModFix/>
          </a:blip>
          <a:stretch>
            <a:fillRect/>
          </a:stretch>
        </p:blipFill>
        <p:spPr>
          <a:xfrm>
            <a:off x="273100" y="245250"/>
            <a:ext cx="925600" cy="218300"/>
          </a:xfrm>
          <a:prstGeom prst="rect">
            <a:avLst/>
          </a:prstGeom>
          <a:noFill/>
          <a:ln>
            <a:noFill/>
          </a:ln>
        </p:spPr>
      </p:pic>
      <p:pic>
        <p:nvPicPr>
          <p:cNvPr id="62" name="Google Shape;62;p14" title="Group 3.png">
            <a:extLst>
              <a:ext uri="{FF2B5EF4-FFF2-40B4-BE49-F238E27FC236}">
                <a16:creationId xmlns:a16="http://schemas.microsoft.com/office/drawing/2014/main" id="{7BE16799-165F-431C-2617-7EA95E1BFCA6}"/>
              </a:ext>
            </a:extLst>
          </p:cNvPr>
          <p:cNvPicPr preferRelativeResize="0"/>
          <p:nvPr/>
        </p:nvPicPr>
        <p:blipFill>
          <a:blip r:embed="rId4">
            <a:alphaModFix/>
          </a:blip>
          <a:stretch>
            <a:fillRect/>
          </a:stretch>
        </p:blipFill>
        <p:spPr>
          <a:xfrm>
            <a:off x="7728375" y="213225"/>
            <a:ext cx="1055575" cy="282350"/>
          </a:xfrm>
          <a:prstGeom prst="rect">
            <a:avLst/>
          </a:prstGeom>
          <a:noFill/>
          <a:ln>
            <a:noFill/>
          </a:ln>
        </p:spPr>
      </p:pic>
      <p:pic>
        <p:nvPicPr>
          <p:cNvPr id="63" name="Google Shape;63;p14" title="Imobilothon final logo 5.0-01 1.png">
            <a:extLst>
              <a:ext uri="{FF2B5EF4-FFF2-40B4-BE49-F238E27FC236}">
                <a16:creationId xmlns:a16="http://schemas.microsoft.com/office/drawing/2014/main" id="{69DB15B3-D990-2223-143E-652C19C03B78}"/>
              </a:ext>
            </a:extLst>
          </p:cNvPr>
          <p:cNvPicPr preferRelativeResize="0"/>
          <p:nvPr/>
        </p:nvPicPr>
        <p:blipFill>
          <a:blip r:embed="rId5">
            <a:alphaModFix/>
          </a:blip>
          <a:stretch>
            <a:fillRect/>
          </a:stretch>
        </p:blipFill>
        <p:spPr>
          <a:xfrm>
            <a:off x="2967238" y="8337"/>
            <a:ext cx="3209537" cy="692129"/>
          </a:xfrm>
          <a:prstGeom prst="rect">
            <a:avLst/>
          </a:prstGeom>
          <a:noFill/>
          <a:ln>
            <a:noFill/>
          </a:ln>
        </p:spPr>
      </p:pic>
      <p:sp>
        <p:nvSpPr>
          <p:cNvPr id="64" name="Google Shape;64;p14">
            <a:extLst>
              <a:ext uri="{FF2B5EF4-FFF2-40B4-BE49-F238E27FC236}">
                <a16:creationId xmlns:a16="http://schemas.microsoft.com/office/drawing/2014/main" id="{0E610E7A-86FE-462E-F25C-2986E2D853C2}"/>
              </a:ext>
            </a:extLst>
          </p:cNvPr>
          <p:cNvSpPr txBox="1"/>
          <p:nvPr/>
        </p:nvSpPr>
        <p:spPr>
          <a:xfrm>
            <a:off x="177884" y="696826"/>
            <a:ext cx="8511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dirty="0"/>
              <a:t>Brief about the idea</a:t>
            </a:r>
            <a:endParaRPr sz="1600" b="1" dirty="0"/>
          </a:p>
        </p:txBody>
      </p:sp>
      <p:sp>
        <p:nvSpPr>
          <p:cNvPr id="6" name="Rectangle 3">
            <a:extLst>
              <a:ext uri="{FF2B5EF4-FFF2-40B4-BE49-F238E27FC236}">
                <a16:creationId xmlns:a16="http://schemas.microsoft.com/office/drawing/2014/main" id="{E92F4498-B75B-4961-EA83-C44107E82A3A}"/>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object 3">
            <a:extLst>
              <a:ext uri="{FF2B5EF4-FFF2-40B4-BE49-F238E27FC236}">
                <a16:creationId xmlns:a16="http://schemas.microsoft.com/office/drawing/2014/main" id="{338B18AF-05B7-8822-5576-747371858B52}"/>
              </a:ext>
            </a:extLst>
          </p:cNvPr>
          <p:cNvSpPr txBox="1">
            <a:spLocks/>
          </p:cNvSpPr>
          <p:nvPr/>
        </p:nvSpPr>
        <p:spPr>
          <a:xfrm>
            <a:off x="264816" y="1158441"/>
            <a:ext cx="8879184" cy="3977371"/>
          </a:xfrm>
          <a:prstGeom prst="rect">
            <a:avLst/>
          </a:prstGeom>
        </p:spPr>
        <p:txBody>
          <a:bodyPr vert="horz" wrap="square" lIns="0" tIns="12065" rIns="0" bIns="0" rtlCol="0">
            <a:spAutoFit/>
          </a:bodyPr>
          <a:lstStyle>
            <a:lvl1pPr marL="0">
              <a:defRPr sz="1300" b="1" i="0">
                <a:solidFill>
                  <a:schemeClr val="tx1"/>
                </a:solidFill>
                <a:latin typeface="Arial"/>
                <a:ea typeface="+mn-ea"/>
                <a:cs typeface="Arial"/>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defTabSz="914400" eaLnBrk="1" fontAlgn="auto" latinLnBrk="0" hangingPunct="1">
              <a:lnSpc>
                <a:spcPct val="100000"/>
              </a:lnSpc>
              <a:spcBef>
                <a:spcPts val="400"/>
              </a:spcBef>
              <a:spcAft>
                <a:spcPts val="0"/>
              </a:spcAft>
              <a:buClrTx/>
              <a:buSzTx/>
              <a:buFontTx/>
              <a:buNone/>
              <a:tabLst/>
              <a:defRPr/>
            </a:pPr>
            <a:r>
              <a:rPr kumimoji="0" lang="en-US" b="0" i="0" u="none" strike="noStrike" kern="0" cap="none" spc="0" normalizeH="0" baseline="0" noProof="0" dirty="0">
                <a:ln>
                  <a:noFill/>
                </a:ln>
                <a:solidFill>
                  <a:sysClr val="windowText" lastClr="000000"/>
                </a:solidFill>
                <a:effectLst/>
                <a:uLnTx/>
                <a:uFillTx/>
                <a:latin typeface="+mj-lt"/>
                <a:ea typeface="+mn-ea"/>
                <a:cs typeface="Arial"/>
              </a:rPr>
              <a:t>What if </a:t>
            </a:r>
            <a:r>
              <a:rPr kumimoji="0" lang="en-US" i="0" u="none" strike="noStrike" kern="0" cap="none" spc="0" normalizeH="0" baseline="0" noProof="0" dirty="0">
                <a:ln>
                  <a:noFill/>
                </a:ln>
                <a:solidFill>
                  <a:sysClr val="windowText" lastClr="000000"/>
                </a:solidFill>
                <a:effectLst/>
                <a:uLnTx/>
                <a:uFillTx/>
                <a:latin typeface="+mj-lt"/>
                <a:ea typeface="+mn-ea"/>
                <a:cs typeface="Arial"/>
              </a:rPr>
              <a:t>parking felt as effortless</a:t>
            </a:r>
            <a:r>
              <a:rPr kumimoji="0" lang="en-US" b="0" i="0" u="none" strike="noStrike" kern="0" cap="none" spc="0" normalizeH="0" baseline="0" noProof="0" dirty="0">
                <a:ln>
                  <a:noFill/>
                </a:ln>
                <a:solidFill>
                  <a:sysClr val="windowText" lastClr="000000"/>
                </a:solidFill>
                <a:effectLst/>
                <a:uLnTx/>
                <a:uFillTx/>
                <a:latin typeface="+mj-lt"/>
                <a:ea typeface="+mn-ea"/>
                <a:cs typeface="Arial"/>
              </a:rPr>
              <a:t> as booking a cab? Our app is a </a:t>
            </a:r>
            <a:r>
              <a:rPr kumimoji="0" lang="en-US" i="0" u="none" strike="noStrike" kern="0" cap="none" spc="0" normalizeH="0" baseline="0" noProof="0" dirty="0">
                <a:ln>
                  <a:noFill/>
                </a:ln>
                <a:solidFill>
                  <a:sysClr val="windowText" lastClr="000000"/>
                </a:solidFill>
                <a:effectLst/>
                <a:uLnTx/>
                <a:uFillTx/>
                <a:latin typeface="+mj-lt"/>
                <a:ea typeface="+mn-ea"/>
                <a:cs typeface="Arial"/>
              </a:rPr>
              <a:t>predictive parking marketplace that shows you where a spot will be free at your ETA</a:t>
            </a:r>
            <a:r>
              <a:rPr kumimoji="0" lang="en-US" b="0" i="0" u="none" strike="noStrike" kern="0" cap="none" spc="0" normalizeH="0" baseline="0" noProof="0" dirty="0">
                <a:ln>
                  <a:noFill/>
                </a:ln>
                <a:solidFill>
                  <a:sysClr val="windowText" lastClr="000000"/>
                </a:solidFill>
                <a:effectLst/>
                <a:uLnTx/>
                <a:uFillTx/>
                <a:latin typeface="+mj-lt"/>
                <a:ea typeface="+mn-ea"/>
                <a:cs typeface="Arial"/>
              </a:rPr>
              <a:t>, lets you pre‑book it with confidence, and auto‑handles payments - so you just drive, park, and go.</a:t>
            </a:r>
          </a:p>
          <a:p>
            <a:pPr marL="0" marR="0" lvl="0" indent="0" defTabSz="914400" eaLnBrk="1" fontAlgn="auto" latinLnBrk="0" hangingPunct="1">
              <a:lnSpc>
                <a:spcPct val="100000"/>
              </a:lnSpc>
              <a:spcBef>
                <a:spcPts val="400"/>
              </a:spcBef>
              <a:spcAft>
                <a:spcPts val="0"/>
              </a:spcAft>
              <a:buClrTx/>
              <a:buSzTx/>
              <a:buFontTx/>
              <a:buNone/>
              <a:tabLst/>
              <a:defRPr/>
            </a:pPr>
            <a:br>
              <a:rPr kumimoji="0" lang="en-US" b="0" i="0" u="none" strike="noStrike" kern="0" cap="none" spc="0" normalizeH="0" baseline="0" noProof="0" dirty="0">
                <a:ln>
                  <a:noFill/>
                </a:ln>
                <a:solidFill>
                  <a:sysClr val="windowText" lastClr="000000"/>
                </a:solidFill>
                <a:effectLst/>
                <a:uLnTx/>
                <a:uFillTx/>
                <a:latin typeface="+mj-lt"/>
                <a:ea typeface="+mn-ea"/>
                <a:cs typeface="Arial"/>
              </a:rPr>
            </a:br>
            <a:r>
              <a:rPr kumimoji="0" lang="en-US" b="0" i="0" u="none" strike="noStrike" kern="0" cap="none" spc="0" normalizeH="0" baseline="0" noProof="0" dirty="0">
                <a:ln>
                  <a:noFill/>
                </a:ln>
                <a:solidFill>
                  <a:sysClr val="windowText" lastClr="000000"/>
                </a:solidFill>
                <a:effectLst/>
                <a:uLnTx/>
                <a:uFillTx/>
                <a:latin typeface="+mj-lt"/>
                <a:ea typeface="+mn-ea"/>
                <a:cs typeface="Arial"/>
              </a:rPr>
              <a:t>Powered by a </a:t>
            </a:r>
            <a:r>
              <a:rPr kumimoji="0" lang="en-US" i="0" u="none" strike="noStrike" kern="0" cap="none" spc="0" normalizeH="0" baseline="0" noProof="0" dirty="0">
                <a:ln>
                  <a:noFill/>
                </a:ln>
                <a:solidFill>
                  <a:sysClr val="windowText" lastClr="000000"/>
                </a:solidFill>
                <a:effectLst/>
                <a:uLnTx/>
                <a:uFillTx/>
                <a:latin typeface="+mj-lt"/>
                <a:ea typeface="+mn-ea"/>
                <a:cs typeface="Arial"/>
              </a:rPr>
              <a:t>spatiotemporal ML engine that forecasts bay-level availability</a:t>
            </a:r>
            <a:r>
              <a:rPr kumimoji="0" lang="en-US" b="0" i="0" u="none" strike="noStrike" kern="0" cap="none" spc="0" normalizeH="0" baseline="0" noProof="0" dirty="0">
                <a:ln>
                  <a:noFill/>
                </a:ln>
                <a:solidFill>
                  <a:sysClr val="windowText" lastClr="000000"/>
                </a:solidFill>
                <a:effectLst/>
                <a:uLnTx/>
                <a:uFillTx/>
                <a:latin typeface="+mj-lt"/>
                <a:ea typeface="+mn-ea"/>
                <a:cs typeface="Arial"/>
              </a:rPr>
              <a:t> at your ETA with calibrated confidence, f</a:t>
            </a:r>
            <a:r>
              <a:rPr kumimoji="0" lang="en-US" i="0" u="none" strike="noStrike" kern="0" cap="none" spc="0" normalizeH="0" baseline="0" noProof="0" dirty="0">
                <a:ln>
                  <a:noFill/>
                </a:ln>
                <a:solidFill>
                  <a:sysClr val="windowText" lastClr="000000"/>
                </a:solidFill>
                <a:effectLst/>
                <a:uLnTx/>
                <a:uFillTx/>
                <a:latin typeface="+mj-lt"/>
                <a:ea typeface="+mn-ea"/>
                <a:cs typeface="Arial"/>
              </a:rPr>
              <a:t>uses live signals</a:t>
            </a:r>
            <a:r>
              <a:rPr kumimoji="0" lang="en-US" b="0" i="0" u="none" strike="noStrike" kern="0" cap="none" spc="0" normalizeH="0" baseline="0" noProof="0" dirty="0">
                <a:ln>
                  <a:noFill/>
                </a:ln>
                <a:solidFill>
                  <a:sysClr val="windowText" lastClr="000000"/>
                </a:solidFill>
                <a:effectLst/>
                <a:uLnTx/>
                <a:uFillTx/>
                <a:latin typeface="+mj-lt"/>
                <a:ea typeface="+mn-ea"/>
                <a:cs typeface="Arial"/>
              </a:rPr>
              <a:t> (ETA, events, weather, sensors), and auto‑triggers </a:t>
            </a:r>
            <a:r>
              <a:rPr kumimoji="0" lang="en-US" i="0" u="none" strike="noStrike" kern="0" cap="none" spc="0" normalizeH="0" baseline="0" noProof="0" dirty="0">
                <a:ln>
                  <a:noFill/>
                </a:ln>
                <a:solidFill>
                  <a:sysClr val="windowText" lastClr="000000"/>
                </a:solidFill>
                <a:effectLst/>
                <a:uLnTx/>
                <a:uFillTx/>
                <a:latin typeface="+mj-lt"/>
                <a:ea typeface="+mn-ea"/>
                <a:cs typeface="Arial"/>
              </a:rPr>
              <a:t>backup swaps</a:t>
            </a:r>
            <a:r>
              <a:rPr kumimoji="0" lang="en-US" b="0" i="0" u="none" strike="noStrike" kern="0" cap="none" spc="0" normalizeH="0" baseline="0" noProof="0" dirty="0">
                <a:ln>
                  <a:noFill/>
                </a:ln>
                <a:solidFill>
                  <a:sysClr val="windowText" lastClr="000000"/>
                </a:solidFill>
                <a:effectLst/>
                <a:uLnTx/>
                <a:uFillTx/>
                <a:latin typeface="+mj-lt"/>
                <a:ea typeface="+mn-ea"/>
                <a:cs typeface="Arial"/>
              </a:rPr>
              <a:t> when risk rises.</a:t>
            </a:r>
          </a:p>
          <a:p>
            <a:pPr marL="0" marR="0" lvl="0" indent="0" defTabSz="914400" eaLnBrk="1" fontAlgn="auto" latinLnBrk="0" hangingPunct="1">
              <a:lnSpc>
                <a:spcPct val="100000"/>
              </a:lnSpc>
              <a:spcBef>
                <a:spcPts val="400"/>
              </a:spcBef>
              <a:spcAft>
                <a:spcPts val="0"/>
              </a:spcAft>
              <a:buClrTx/>
              <a:buSzTx/>
              <a:buFontTx/>
              <a:buNone/>
              <a:tabLst/>
              <a:defRPr/>
            </a:pPr>
            <a:r>
              <a:rPr kumimoji="0" lang="en-US" b="1" i="0" u="none" strike="noStrike" kern="0" cap="none" spc="0" normalizeH="0" baseline="0" noProof="0" dirty="0">
                <a:ln>
                  <a:noFill/>
                </a:ln>
                <a:solidFill>
                  <a:sysClr val="windowText" lastClr="000000"/>
                </a:solidFill>
                <a:effectLst/>
                <a:uLnTx/>
                <a:uFillTx/>
                <a:latin typeface="+mj-lt"/>
                <a:ea typeface="+mn-ea"/>
                <a:cs typeface="Arial"/>
              </a:rPr>
              <a:t>How it works:</a:t>
            </a:r>
          </a:p>
          <a:p>
            <a:pPr marL="742950" marR="0" lvl="1" indent="-285750" defTabSz="91440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b="1" i="0" u="none" strike="noStrike" kern="0" cap="none" spc="0" normalizeH="0" baseline="0" noProof="0" dirty="0">
                <a:ln>
                  <a:noFill/>
                </a:ln>
                <a:solidFill>
                  <a:sysClr val="windowText" lastClr="000000"/>
                </a:solidFill>
                <a:effectLst/>
                <a:uLnTx/>
                <a:uFillTx/>
                <a:latin typeface="+mj-lt"/>
                <a:ea typeface="+mn-ea"/>
                <a:cs typeface="+mn-cs"/>
              </a:rPr>
              <a:t>Ingests live signals</a:t>
            </a:r>
            <a:r>
              <a:rPr kumimoji="0" lang="en-US" b="0" i="0" u="none" strike="noStrike" kern="0" cap="none" spc="0" normalizeH="0" baseline="0" noProof="0" dirty="0">
                <a:ln>
                  <a:noFill/>
                </a:ln>
                <a:solidFill>
                  <a:sysClr val="windowText" lastClr="000000"/>
                </a:solidFill>
                <a:effectLst/>
                <a:uLnTx/>
                <a:uFillTx/>
                <a:latin typeface="+mj-lt"/>
                <a:ea typeface="+mn-ea"/>
                <a:cs typeface="+mn-cs"/>
              </a:rPr>
              <a:t> (inventory, ETA, events, weather) into a unified feature stream.</a:t>
            </a:r>
          </a:p>
          <a:p>
            <a:pPr marL="742950" marR="0" lvl="1" indent="-285750" defTabSz="91440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ysClr val="windowText" lastClr="000000"/>
                </a:solidFill>
                <a:effectLst/>
                <a:uLnTx/>
                <a:uFillTx/>
                <a:latin typeface="+mj-lt"/>
                <a:ea typeface="+mn-ea"/>
                <a:cs typeface="+mn-cs"/>
              </a:rPr>
              <a:t>Uses a </a:t>
            </a:r>
            <a:r>
              <a:rPr kumimoji="0" lang="en-US" b="1" i="0" u="none" strike="noStrike" kern="0" cap="none" spc="0" normalizeH="0" baseline="0" noProof="0" dirty="0">
                <a:ln>
                  <a:noFill/>
                </a:ln>
                <a:solidFill>
                  <a:sysClr val="windowText" lastClr="000000"/>
                </a:solidFill>
                <a:effectLst/>
                <a:uLnTx/>
                <a:uFillTx/>
                <a:latin typeface="+mj-lt"/>
                <a:ea typeface="+mn-ea"/>
                <a:cs typeface="+mn-cs"/>
              </a:rPr>
              <a:t>spatiotemporal ML model to predict spot availability</a:t>
            </a:r>
            <a:r>
              <a:rPr kumimoji="0" lang="en-US" b="0" i="0" u="none" strike="noStrike" kern="0" cap="none" spc="0" normalizeH="0" baseline="0" noProof="0" dirty="0">
                <a:ln>
                  <a:noFill/>
                </a:ln>
                <a:solidFill>
                  <a:sysClr val="windowText" lastClr="000000"/>
                </a:solidFill>
                <a:effectLst/>
                <a:uLnTx/>
                <a:uFillTx/>
                <a:latin typeface="+mj-lt"/>
                <a:ea typeface="+mn-ea"/>
                <a:cs typeface="+mn-cs"/>
              </a:rPr>
              <a:t> at arrival time with confidence bands.</a:t>
            </a:r>
          </a:p>
          <a:p>
            <a:pPr marL="742950" marR="0" lvl="1" indent="-285750" defTabSz="91440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b="1" i="0" u="none" strike="noStrike" kern="0" cap="none" spc="0" normalizeH="0" baseline="0" noProof="0" dirty="0">
                <a:ln>
                  <a:noFill/>
                </a:ln>
                <a:solidFill>
                  <a:sysClr val="windowText" lastClr="000000"/>
                </a:solidFill>
                <a:effectLst/>
                <a:uLnTx/>
                <a:uFillTx/>
                <a:latin typeface="+mj-lt"/>
                <a:ea typeface="+mn-ea"/>
                <a:cs typeface="+mn-cs"/>
              </a:rPr>
              <a:t>Ranks</a:t>
            </a:r>
            <a:r>
              <a:rPr kumimoji="0" lang="en-US" b="0" i="0" u="none" strike="noStrike" kern="0" cap="none" spc="0" normalizeH="0" baseline="0" noProof="0" dirty="0">
                <a:ln>
                  <a:noFill/>
                </a:ln>
                <a:solidFill>
                  <a:sysClr val="windowText" lastClr="000000"/>
                </a:solidFill>
                <a:effectLst/>
                <a:uLnTx/>
                <a:uFillTx/>
                <a:latin typeface="+mj-lt"/>
                <a:ea typeface="+mn-ea"/>
                <a:cs typeface="+mn-cs"/>
              </a:rPr>
              <a:t> parking offers </a:t>
            </a:r>
            <a:r>
              <a:rPr kumimoji="0" lang="en-US" b="1" i="0" u="none" strike="noStrike" kern="0" cap="none" spc="0" normalizeH="0" baseline="0" noProof="0" dirty="0">
                <a:ln>
                  <a:noFill/>
                </a:ln>
                <a:solidFill>
                  <a:sysClr val="windowText" lastClr="000000"/>
                </a:solidFill>
                <a:effectLst/>
                <a:uLnTx/>
                <a:uFillTx/>
                <a:latin typeface="+mj-lt"/>
                <a:ea typeface="+mn-ea"/>
                <a:cs typeface="+mn-cs"/>
              </a:rPr>
              <a:t>by distance, price, and success probability, with EV and accessibility filters</a:t>
            </a:r>
            <a:r>
              <a:rPr kumimoji="0" lang="en-US" b="0" i="0" u="none" strike="noStrike" kern="0" cap="none" spc="0" normalizeH="0" baseline="0" noProof="0" dirty="0">
                <a:ln>
                  <a:noFill/>
                </a:ln>
                <a:solidFill>
                  <a:sysClr val="windowText" lastClr="000000"/>
                </a:solidFill>
                <a:effectLst/>
                <a:uLnTx/>
                <a:uFillTx/>
                <a:latin typeface="+mj-lt"/>
                <a:ea typeface="+mn-ea"/>
                <a:cs typeface="+mn-cs"/>
              </a:rPr>
              <a:t> built in.</a:t>
            </a:r>
          </a:p>
          <a:p>
            <a:pPr marL="742950" marR="0" lvl="1" indent="-285750" defTabSz="91440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ysClr val="windowText" lastClr="000000"/>
                </a:solidFill>
                <a:effectLst/>
                <a:uLnTx/>
                <a:uFillTx/>
                <a:latin typeface="+mj-lt"/>
                <a:ea typeface="+mn-ea"/>
                <a:cs typeface="+mn-cs"/>
              </a:rPr>
              <a:t>Lets users book guaranteed or </a:t>
            </a:r>
            <a:r>
              <a:rPr kumimoji="0" lang="en-US" b="1" i="0" u="none" strike="noStrike" kern="0" cap="none" spc="0" normalizeH="0" baseline="0" noProof="0" dirty="0">
                <a:ln>
                  <a:noFill/>
                </a:ln>
                <a:solidFill>
                  <a:sysClr val="windowText" lastClr="000000"/>
                </a:solidFill>
                <a:effectLst/>
                <a:uLnTx/>
                <a:uFillTx/>
                <a:latin typeface="+mj-lt"/>
                <a:ea typeface="+mn-ea"/>
                <a:cs typeface="+mn-cs"/>
              </a:rPr>
              <a:t>lower-cost “smart hold” spots</a:t>
            </a:r>
            <a:r>
              <a:rPr kumimoji="0" lang="en-US" b="0" i="0" u="none" strike="noStrike" kern="0" cap="none" spc="0" normalizeH="0" baseline="0" noProof="0" dirty="0">
                <a:ln>
                  <a:noFill/>
                </a:ln>
                <a:solidFill>
                  <a:sysClr val="windowText" lastClr="000000"/>
                </a:solidFill>
                <a:effectLst/>
                <a:uLnTx/>
                <a:uFillTx/>
                <a:latin typeface="+mj-lt"/>
                <a:ea typeface="+mn-ea"/>
                <a:cs typeface="+mn-cs"/>
              </a:rPr>
              <a:t>; </a:t>
            </a:r>
            <a:r>
              <a:rPr kumimoji="0" lang="en-US" i="0" u="none" strike="noStrike" kern="0" cap="none" spc="0" normalizeH="0" baseline="0" noProof="0" dirty="0">
                <a:ln>
                  <a:noFill/>
                </a:ln>
                <a:solidFill>
                  <a:sysClr val="windowText" lastClr="000000"/>
                </a:solidFill>
                <a:effectLst/>
                <a:uLnTx/>
                <a:uFillTx/>
                <a:latin typeface="+mj-lt"/>
                <a:ea typeface="+mn-ea"/>
                <a:cs typeface="+mn-cs"/>
              </a:rPr>
              <a:t>automatically reserves a </a:t>
            </a:r>
            <a:r>
              <a:rPr kumimoji="0" lang="en-US" b="1" i="0" u="none" strike="noStrike" kern="0" cap="none" spc="0" normalizeH="0" baseline="0" noProof="0" dirty="0">
                <a:ln>
                  <a:noFill/>
                </a:ln>
                <a:solidFill>
                  <a:sysClr val="windowText" lastClr="000000"/>
                </a:solidFill>
                <a:effectLst/>
                <a:uLnTx/>
                <a:uFillTx/>
                <a:latin typeface="+mj-lt"/>
                <a:ea typeface="+mn-ea"/>
                <a:cs typeface="+mn-cs"/>
              </a:rPr>
              <a:t>backup</a:t>
            </a:r>
            <a:r>
              <a:rPr kumimoji="0" lang="en-US" b="0" i="0" u="none" strike="noStrike" kern="0" cap="none" spc="0" normalizeH="0" baseline="0" noProof="0" dirty="0">
                <a:ln>
                  <a:noFill/>
                </a:ln>
                <a:solidFill>
                  <a:sysClr val="windowText" lastClr="000000"/>
                </a:solidFill>
                <a:effectLst/>
                <a:uLnTx/>
                <a:uFillTx/>
                <a:latin typeface="+mj-lt"/>
                <a:ea typeface="+mn-ea"/>
                <a:cs typeface="+mn-cs"/>
              </a:rPr>
              <a:t> if confidence is low.</a:t>
            </a:r>
          </a:p>
          <a:p>
            <a:pPr marL="742950" marR="0" lvl="1" indent="-285750" defTabSz="91440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ysClr val="windowText" lastClr="000000"/>
                </a:solidFill>
                <a:effectLst/>
                <a:uLnTx/>
                <a:uFillTx/>
                <a:latin typeface="+mj-lt"/>
                <a:ea typeface="+mn-ea"/>
                <a:cs typeface="+mn-cs"/>
              </a:rPr>
              <a:t>Enables </a:t>
            </a:r>
            <a:r>
              <a:rPr kumimoji="0" lang="en-US" b="1" i="0" u="none" strike="noStrike" kern="0" cap="none" spc="0" normalizeH="0" baseline="0" noProof="0" dirty="0">
                <a:ln>
                  <a:noFill/>
                </a:ln>
                <a:solidFill>
                  <a:sysClr val="windowText" lastClr="000000"/>
                </a:solidFill>
                <a:effectLst/>
                <a:uLnTx/>
                <a:uFillTx/>
                <a:latin typeface="+mj-lt"/>
                <a:ea typeface="+mn-ea"/>
                <a:cs typeface="+mn-cs"/>
              </a:rPr>
              <a:t>seamless entry</a:t>
            </a:r>
            <a:r>
              <a:rPr kumimoji="0" lang="en-US" b="0" i="0" u="none" strike="noStrike" kern="0" cap="none" spc="0" normalizeH="0" baseline="0" noProof="0" dirty="0">
                <a:ln>
                  <a:noFill/>
                </a:ln>
                <a:solidFill>
                  <a:sysClr val="windowText" lastClr="000000"/>
                </a:solidFill>
                <a:effectLst/>
                <a:uLnTx/>
                <a:uFillTx/>
                <a:latin typeface="+mj-lt"/>
                <a:ea typeface="+mn-ea"/>
                <a:cs typeface="+mn-cs"/>
              </a:rPr>
              <a:t> via QR, NFC, or license plate, with </a:t>
            </a:r>
            <a:r>
              <a:rPr kumimoji="0" lang="en-US" b="1" i="0" u="none" strike="noStrike" kern="0" cap="none" spc="0" normalizeH="0" baseline="0" noProof="0" dirty="0">
                <a:ln>
                  <a:noFill/>
                </a:ln>
                <a:solidFill>
                  <a:sysClr val="windowText" lastClr="000000"/>
                </a:solidFill>
                <a:effectLst/>
                <a:uLnTx/>
                <a:uFillTx/>
                <a:latin typeface="+mj-lt"/>
                <a:ea typeface="+mn-ea"/>
                <a:cs typeface="+mn-cs"/>
              </a:rPr>
              <a:t>guided navigation</a:t>
            </a:r>
            <a:r>
              <a:rPr kumimoji="0" lang="en-US" b="0" i="0" u="none" strike="noStrike" kern="0" cap="none" spc="0" normalizeH="0" baseline="0" noProof="0" dirty="0">
                <a:ln>
                  <a:noFill/>
                </a:ln>
                <a:solidFill>
                  <a:sysClr val="windowText" lastClr="000000"/>
                </a:solidFill>
                <a:effectLst/>
                <a:uLnTx/>
                <a:uFillTx/>
                <a:latin typeface="+mj-lt"/>
                <a:ea typeface="+mn-ea"/>
                <a:cs typeface="+mn-cs"/>
              </a:rPr>
              <a:t> for smooth last-meter access.</a:t>
            </a:r>
          </a:p>
          <a:p>
            <a:pPr marL="742950" marR="0" lvl="1" indent="-285750" defTabSz="91440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ysClr val="windowText" lastClr="000000"/>
                </a:solidFill>
                <a:effectLst/>
                <a:uLnTx/>
                <a:uFillTx/>
                <a:latin typeface="+mj-lt"/>
                <a:ea typeface="+mn-ea"/>
                <a:cs typeface="+mn-cs"/>
              </a:rPr>
              <a:t>Handles payments automatically, pre-auth at booking, </a:t>
            </a:r>
            <a:r>
              <a:rPr kumimoji="0" lang="en-US" b="1" i="0" u="none" strike="noStrike" kern="0" cap="none" spc="0" normalizeH="0" baseline="0" noProof="0" dirty="0">
                <a:ln>
                  <a:noFill/>
                </a:ln>
                <a:solidFill>
                  <a:sysClr val="windowText" lastClr="000000"/>
                </a:solidFill>
                <a:effectLst/>
                <a:uLnTx/>
                <a:uFillTx/>
                <a:latin typeface="+mj-lt"/>
                <a:ea typeface="+mn-ea"/>
                <a:cs typeface="+mn-cs"/>
              </a:rPr>
              <a:t>capture on exit with instant receipts</a:t>
            </a:r>
            <a:r>
              <a:rPr kumimoji="0" lang="en-US" b="0" i="0" u="none" strike="noStrike" kern="0" cap="none" spc="0" normalizeH="0" baseline="0" noProof="0" dirty="0">
                <a:ln>
                  <a:noFill/>
                </a:ln>
                <a:solidFill>
                  <a:sysClr val="windowText" lastClr="000000"/>
                </a:solidFill>
                <a:effectLst/>
                <a:uLnTx/>
                <a:uFillTx/>
                <a:latin typeface="+mj-lt"/>
                <a:ea typeface="+mn-ea"/>
                <a:cs typeface="+mn-cs"/>
              </a:rPr>
              <a:t> and invoices.</a:t>
            </a:r>
          </a:p>
        </p:txBody>
      </p:sp>
    </p:spTree>
    <p:extLst>
      <p:ext uri="{BB962C8B-B14F-4D97-AF65-F5344CB8AC3E}">
        <p14:creationId xmlns:p14="http://schemas.microsoft.com/office/powerpoint/2010/main" val="2904977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7AEC828-F31C-124F-B7E2-9CD5ABF9702A}"/>
            </a:ext>
          </a:extLst>
        </p:cNvPr>
        <p:cNvGrpSpPr/>
        <p:nvPr/>
      </p:nvGrpSpPr>
      <p:grpSpPr>
        <a:xfrm>
          <a:off x="0" y="0"/>
          <a:ext cx="0" cy="0"/>
          <a:chOff x="0" y="0"/>
          <a:chExt cx="0" cy="0"/>
        </a:xfrm>
      </p:grpSpPr>
      <p:pic>
        <p:nvPicPr>
          <p:cNvPr id="61" name="Google Shape;61;p14" title="Vector.png">
            <a:extLst>
              <a:ext uri="{FF2B5EF4-FFF2-40B4-BE49-F238E27FC236}">
                <a16:creationId xmlns:a16="http://schemas.microsoft.com/office/drawing/2014/main" id="{9B3F3486-2248-BD6B-B571-09B2E0C50897}"/>
              </a:ext>
            </a:extLst>
          </p:cNvPr>
          <p:cNvPicPr preferRelativeResize="0"/>
          <p:nvPr/>
        </p:nvPicPr>
        <p:blipFill>
          <a:blip r:embed="rId3">
            <a:alphaModFix/>
          </a:blip>
          <a:stretch>
            <a:fillRect/>
          </a:stretch>
        </p:blipFill>
        <p:spPr>
          <a:xfrm>
            <a:off x="273100" y="245250"/>
            <a:ext cx="925600" cy="218300"/>
          </a:xfrm>
          <a:prstGeom prst="rect">
            <a:avLst/>
          </a:prstGeom>
          <a:noFill/>
          <a:ln>
            <a:noFill/>
          </a:ln>
        </p:spPr>
      </p:pic>
      <p:pic>
        <p:nvPicPr>
          <p:cNvPr id="62" name="Google Shape;62;p14" title="Group 3.png">
            <a:extLst>
              <a:ext uri="{FF2B5EF4-FFF2-40B4-BE49-F238E27FC236}">
                <a16:creationId xmlns:a16="http://schemas.microsoft.com/office/drawing/2014/main" id="{9639306A-EDCE-DEA5-7870-DC8903C02E10}"/>
              </a:ext>
            </a:extLst>
          </p:cNvPr>
          <p:cNvPicPr preferRelativeResize="0"/>
          <p:nvPr/>
        </p:nvPicPr>
        <p:blipFill>
          <a:blip r:embed="rId4">
            <a:alphaModFix/>
          </a:blip>
          <a:stretch>
            <a:fillRect/>
          </a:stretch>
        </p:blipFill>
        <p:spPr>
          <a:xfrm>
            <a:off x="7728375" y="213225"/>
            <a:ext cx="1055575" cy="282350"/>
          </a:xfrm>
          <a:prstGeom prst="rect">
            <a:avLst/>
          </a:prstGeom>
          <a:noFill/>
          <a:ln>
            <a:noFill/>
          </a:ln>
        </p:spPr>
      </p:pic>
      <p:pic>
        <p:nvPicPr>
          <p:cNvPr id="63" name="Google Shape;63;p14" title="Imobilothon final logo 5.0-01 1.png">
            <a:extLst>
              <a:ext uri="{FF2B5EF4-FFF2-40B4-BE49-F238E27FC236}">
                <a16:creationId xmlns:a16="http://schemas.microsoft.com/office/drawing/2014/main" id="{FA72D55A-94EB-8CCD-02AC-1C3C3CA4C967}"/>
              </a:ext>
            </a:extLst>
          </p:cNvPr>
          <p:cNvPicPr preferRelativeResize="0"/>
          <p:nvPr/>
        </p:nvPicPr>
        <p:blipFill>
          <a:blip r:embed="rId5">
            <a:alphaModFix/>
          </a:blip>
          <a:stretch>
            <a:fillRect/>
          </a:stretch>
        </p:blipFill>
        <p:spPr>
          <a:xfrm>
            <a:off x="2967238" y="8337"/>
            <a:ext cx="3209537" cy="692129"/>
          </a:xfrm>
          <a:prstGeom prst="rect">
            <a:avLst/>
          </a:prstGeom>
          <a:noFill/>
          <a:ln>
            <a:noFill/>
          </a:ln>
        </p:spPr>
      </p:pic>
      <p:sp>
        <p:nvSpPr>
          <p:cNvPr id="64" name="Google Shape;64;p14">
            <a:extLst>
              <a:ext uri="{FF2B5EF4-FFF2-40B4-BE49-F238E27FC236}">
                <a16:creationId xmlns:a16="http://schemas.microsoft.com/office/drawing/2014/main" id="{580D006A-48CC-595D-D2B7-B4CB285D78DC}"/>
              </a:ext>
            </a:extLst>
          </p:cNvPr>
          <p:cNvSpPr txBox="1"/>
          <p:nvPr/>
        </p:nvSpPr>
        <p:spPr>
          <a:xfrm>
            <a:off x="177884" y="696826"/>
            <a:ext cx="8511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dirty="0"/>
              <a:t>Brief about the idea</a:t>
            </a:r>
            <a:endParaRPr sz="1600" b="1" dirty="0"/>
          </a:p>
        </p:txBody>
      </p:sp>
      <p:sp>
        <p:nvSpPr>
          <p:cNvPr id="6" name="Rectangle 3">
            <a:extLst>
              <a:ext uri="{FF2B5EF4-FFF2-40B4-BE49-F238E27FC236}">
                <a16:creationId xmlns:a16="http://schemas.microsoft.com/office/drawing/2014/main" id="{84F9AB22-557E-5941-C4DE-597AD5C3A102}"/>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object 3">
            <a:extLst>
              <a:ext uri="{FF2B5EF4-FFF2-40B4-BE49-F238E27FC236}">
                <a16:creationId xmlns:a16="http://schemas.microsoft.com/office/drawing/2014/main" id="{1BCBA1E6-E1F2-E419-8CC7-FAE4AF605010}"/>
              </a:ext>
            </a:extLst>
          </p:cNvPr>
          <p:cNvSpPr txBox="1">
            <a:spLocks/>
          </p:cNvSpPr>
          <p:nvPr/>
        </p:nvSpPr>
        <p:spPr>
          <a:xfrm>
            <a:off x="273100" y="1258726"/>
            <a:ext cx="8693016" cy="3643946"/>
          </a:xfrm>
          <a:prstGeom prst="rect">
            <a:avLst/>
          </a:prstGeom>
        </p:spPr>
        <p:txBody>
          <a:bodyPr vert="horz" wrap="square" lIns="0" tIns="12065" rIns="0" bIns="0" rtlCol="0">
            <a:spAutoFit/>
          </a:bodyPr>
          <a:lstStyle>
            <a:lvl1pPr marL="0">
              <a:defRPr sz="1300" b="1" i="0">
                <a:solidFill>
                  <a:schemeClr val="tx1"/>
                </a:solidFill>
                <a:latin typeface="Arial"/>
                <a:ea typeface="+mn-ea"/>
                <a:cs typeface="Arial"/>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sysClr val="windowText" lastClr="000000"/>
                </a:solidFill>
                <a:effectLst/>
                <a:uLnTx/>
                <a:uFillTx/>
                <a:latin typeface="+mj-lt"/>
                <a:ea typeface="+mn-ea"/>
                <a:cs typeface="Arial"/>
              </a:rPr>
              <a:t>What if </a:t>
            </a:r>
            <a:r>
              <a:rPr kumimoji="0" lang="en-US" b="1" i="0" u="none" strike="noStrike" kern="0" cap="none" spc="0" normalizeH="0" baseline="0" noProof="0" dirty="0">
                <a:ln>
                  <a:noFill/>
                </a:ln>
                <a:solidFill>
                  <a:sysClr val="windowText" lastClr="000000"/>
                </a:solidFill>
                <a:effectLst/>
                <a:uLnTx/>
                <a:uFillTx/>
                <a:latin typeface="+mj-lt"/>
                <a:ea typeface="+mn-ea"/>
                <a:cs typeface="Arial"/>
              </a:rPr>
              <a:t>parking felt as effortless</a:t>
            </a:r>
            <a:r>
              <a:rPr kumimoji="0" lang="en-US" b="0" i="0" u="none" strike="noStrike" kern="0" cap="none" spc="0" normalizeH="0" baseline="0" noProof="0" dirty="0">
                <a:ln>
                  <a:noFill/>
                </a:ln>
                <a:solidFill>
                  <a:sysClr val="windowText" lastClr="000000"/>
                </a:solidFill>
                <a:effectLst/>
                <a:uLnTx/>
                <a:uFillTx/>
                <a:latin typeface="+mj-lt"/>
                <a:ea typeface="+mn-ea"/>
                <a:cs typeface="Arial"/>
              </a:rPr>
              <a:t> as booking a cab? Our app is a </a:t>
            </a:r>
            <a:r>
              <a:rPr kumimoji="0" lang="en-US" b="1" i="0" u="none" strike="noStrike" kern="0" cap="none" spc="0" normalizeH="0" baseline="0" noProof="0" dirty="0">
                <a:ln>
                  <a:noFill/>
                </a:ln>
                <a:solidFill>
                  <a:sysClr val="windowText" lastClr="000000"/>
                </a:solidFill>
                <a:effectLst/>
                <a:uLnTx/>
                <a:uFillTx/>
                <a:latin typeface="+mj-lt"/>
                <a:ea typeface="+mn-ea"/>
                <a:cs typeface="Arial"/>
              </a:rPr>
              <a:t>predictive parking marketplace that shows you where a spot will be free at your ETA</a:t>
            </a:r>
            <a:r>
              <a:rPr kumimoji="0" lang="en-US" b="0" i="0" u="none" strike="noStrike" kern="0" cap="none" spc="0" normalizeH="0" baseline="0" noProof="0" dirty="0">
                <a:ln>
                  <a:noFill/>
                </a:ln>
                <a:solidFill>
                  <a:sysClr val="windowText" lastClr="000000"/>
                </a:solidFill>
                <a:effectLst/>
                <a:uLnTx/>
                <a:uFillTx/>
                <a:latin typeface="+mj-lt"/>
                <a:ea typeface="+mn-ea"/>
                <a:cs typeface="Arial"/>
              </a:rPr>
              <a:t>, lets you pre‑book it with confidence, and auto‑handles payments - so you just drive, park, and go.  </a:t>
            </a:r>
            <a:br>
              <a:rPr kumimoji="0" lang="en-US" b="0" i="0" u="none" strike="noStrike" kern="0" cap="none" spc="0" normalizeH="0" baseline="0" noProof="0" dirty="0">
                <a:ln>
                  <a:noFill/>
                </a:ln>
                <a:solidFill>
                  <a:sysClr val="windowText" lastClr="000000"/>
                </a:solidFill>
                <a:effectLst/>
                <a:uLnTx/>
                <a:uFillTx/>
                <a:latin typeface="+mj-lt"/>
                <a:ea typeface="+mn-ea"/>
                <a:cs typeface="Arial"/>
              </a:rPr>
            </a:br>
            <a:br>
              <a:rPr kumimoji="0" lang="en-US" b="0" i="0" u="none" strike="noStrike" kern="0" cap="none" spc="0" normalizeH="0" baseline="0" noProof="0" dirty="0">
                <a:ln>
                  <a:noFill/>
                </a:ln>
                <a:solidFill>
                  <a:sysClr val="windowText" lastClr="000000"/>
                </a:solidFill>
                <a:effectLst/>
                <a:uLnTx/>
                <a:uFillTx/>
                <a:latin typeface="+mj-lt"/>
                <a:ea typeface="+mn-ea"/>
                <a:cs typeface="Arial"/>
              </a:rPr>
            </a:br>
            <a:r>
              <a:rPr kumimoji="0" lang="en-US" b="0" i="0" u="none" strike="noStrike" kern="0" cap="none" spc="0" normalizeH="0" baseline="0" noProof="0" dirty="0">
                <a:ln>
                  <a:noFill/>
                </a:ln>
                <a:solidFill>
                  <a:sysClr val="windowText" lastClr="000000"/>
                </a:solidFill>
                <a:effectLst/>
                <a:uLnTx/>
                <a:uFillTx/>
                <a:latin typeface="+mj-lt"/>
                <a:ea typeface="+mn-ea"/>
                <a:cs typeface="Arial"/>
              </a:rPr>
              <a:t>Powered by a </a:t>
            </a:r>
            <a:r>
              <a:rPr kumimoji="0" lang="en-US" b="1" i="0" u="none" strike="noStrike" kern="0" cap="none" spc="0" normalizeH="0" baseline="0" noProof="0" dirty="0">
                <a:ln>
                  <a:noFill/>
                </a:ln>
                <a:solidFill>
                  <a:sysClr val="windowText" lastClr="000000"/>
                </a:solidFill>
                <a:effectLst/>
                <a:uLnTx/>
                <a:uFillTx/>
                <a:latin typeface="+mj-lt"/>
                <a:ea typeface="+mn-ea"/>
                <a:cs typeface="Arial"/>
              </a:rPr>
              <a:t>spatiotemporal ML engine that forecasts bay-level availability</a:t>
            </a:r>
            <a:r>
              <a:rPr kumimoji="0" lang="en-US" b="0" i="0" u="none" strike="noStrike" kern="0" cap="none" spc="0" normalizeH="0" baseline="0" noProof="0" dirty="0">
                <a:ln>
                  <a:noFill/>
                </a:ln>
                <a:solidFill>
                  <a:sysClr val="windowText" lastClr="000000"/>
                </a:solidFill>
                <a:effectLst/>
                <a:uLnTx/>
                <a:uFillTx/>
                <a:latin typeface="+mj-lt"/>
                <a:ea typeface="+mn-ea"/>
                <a:cs typeface="Arial"/>
              </a:rPr>
              <a:t> at your ETA with calibrated confidence, f</a:t>
            </a:r>
            <a:r>
              <a:rPr kumimoji="0" lang="en-US" b="1" i="0" u="none" strike="noStrike" kern="0" cap="none" spc="0" normalizeH="0" baseline="0" noProof="0" dirty="0">
                <a:ln>
                  <a:noFill/>
                </a:ln>
                <a:solidFill>
                  <a:sysClr val="windowText" lastClr="000000"/>
                </a:solidFill>
                <a:effectLst/>
                <a:uLnTx/>
                <a:uFillTx/>
                <a:latin typeface="+mj-lt"/>
                <a:ea typeface="+mn-ea"/>
                <a:cs typeface="Arial"/>
              </a:rPr>
              <a:t>uses live signals</a:t>
            </a:r>
            <a:r>
              <a:rPr kumimoji="0" lang="en-US" b="0" i="0" u="none" strike="noStrike" kern="0" cap="none" spc="0" normalizeH="0" baseline="0" noProof="0" dirty="0">
                <a:ln>
                  <a:noFill/>
                </a:ln>
                <a:solidFill>
                  <a:sysClr val="windowText" lastClr="000000"/>
                </a:solidFill>
                <a:effectLst/>
                <a:uLnTx/>
                <a:uFillTx/>
                <a:latin typeface="+mj-lt"/>
                <a:ea typeface="+mn-ea"/>
                <a:cs typeface="Arial"/>
              </a:rPr>
              <a:t> (ETA, events, weather, sensors), and auto‑triggers </a:t>
            </a:r>
            <a:r>
              <a:rPr kumimoji="0" lang="en-US" b="1" i="0" u="none" strike="noStrike" kern="0" cap="none" spc="0" normalizeH="0" baseline="0" noProof="0" dirty="0">
                <a:ln>
                  <a:noFill/>
                </a:ln>
                <a:solidFill>
                  <a:sysClr val="windowText" lastClr="000000"/>
                </a:solidFill>
                <a:effectLst/>
                <a:uLnTx/>
                <a:uFillTx/>
                <a:latin typeface="+mj-lt"/>
                <a:ea typeface="+mn-ea"/>
                <a:cs typeface="Arial"/>
              </a:rPr>
              <a:t>backup swaps</a:t>
            </a:r>
            <a:r>
              <a:rPr kumimoji="0" lang="en-US" b="0" i="0" u="none" strike="noStrike" kern="0" cap="none" spc="0" normalizeH="0" baseline="0" noProof="0" dirty="0">
                <a:ln>
                  <a:noFill/>
                </a:ln>
                <a:solidFill>
                  <a:sysClr val="windowText" lastClr="000000"/>
                </a:solidFill>
                <a:effectLst/>
                <a:uLnTx/>
                <a:uFillTx/>
                <a:latin typeface="+mj-lt"/>
                <a:ea typeface="+mn-ea"/>
                <a:cs typeface="Arial"/>
              </a:rPr>
              <a:t> when risk rises.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b="1" i="0" u="none" strike="noStrike" kern="0" cap="none" spc="0" normalizeH="0" baseline="0" noProof="0" dirty="0">
              <a:ln>
                <a:noFill/>
              </a:ln>
              <a:solidFill>
                <a:sysClr val="windowText" lastClr="000000"/>
              </a:solidFill>
              <a:effectLst/>
              <a:uLnTx/>
              <a:uFillTx/>
              <a:latin typeface="+mj-lt"/>
              <a:ea typeface="+mn-ea"/>
              <a:cs typeface="Aria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dirty="0">
                <a:ln>
                  <a:noFill/>
                </a:ln>
                <a:solidFill>
                  <a:sysClr val="windowText" lastClr="000000"/>
                </a:solidFill>
                <a:effectLst/>
                <a:uLnTx/>
                <a:uFillTx/>
                <a:latin typeface="+mj-lt"/>
                <a:ea typeface="+mn-ea"/>
                <a:cs typeface="Arial"/>
              </a:rPr>
              <a:t>Why it works:</a:t>
            </a:r>
          </a:p>
          <a:p>
            <a:pPr marL="742950" marR="0" lvl="1" indent="-285750"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ysClr val="windowText" lastClr="000000"/>
                </a:solidFill>
                <a:effectLst/>
                <a:uLnTx/>
                <a:uFillTx/>
                <a:ea typeface="+mn-ea"/>
                <a:cs typeface="+mn-cs"/>
              </a:rPr>
              <a:t>Moves beyond guesswork with </a:t>
            </a:r>
            <a:r>
              <a:rPr kumimoji="0" lang="en-US" sz="1400" b="1" i="0" u="none" strike="noStrike" kern="0" cap="none" spc="0" normalizeH="0" baseline="0" noProof="0" dirty="0">
                <a:ln>
                  <a:noFill/>
                </a:ln>
                <a:solidFill>
                  <a:sysClr val="windowText" lastClr="000000"/>
                </a:solidFill>
                <a:effectLst/>
                <a:uLnTx/>
                <a:uFillTx/>
                <a:ea typeface="+mn-ea"/>
                <a:cs typeface="+mn-cs"/>
              </a:rPr>
              <a:t>calibrated probabilities</a:t>
            </a:r>
            <a:r>
              <a:rPr kumimoji="0" lang="en-US" sz="1400" b="0" i="0" u="none" strike="noStrike" kern="0" cap="none" spc="0" normalizeH="0" baseline="0" noProof="0" dirty="0">
                <a:ln>
                  <a:noFill/>
                </a:ln>
                <a:solidFill>
                  <a:sysClr val="windowText" lastClr="000000"/>
                </a:solidFill>
                <a:effectLst/>
                <a:uLnTx/>
                <a:uFillTx/>
                <a:ea typeface="+mn-ea"/>
                <a:cs typeface="+mn-cs"/>
              </a:rPr>
              <a:t>, showing users a trustworthy “</a:t>
            </a:r>
            <a:r>
              <a:rPr kumimoji="0" lang="en-US" sz="1400" b="1" i="0" u="none" strike="noStrike" kern="0" cap="none" spc="0" normalizeH="0" baseline="0" noProof="0" dirty="0">
                <a:ln>
                  <a:noFill/>
                </a:ln>
                <a:solidFill>
                  <a:sysClr val="windowText" lastClr="000000"/>
                </a:solidFill>
                <a:effectLst/>
                <a:uLnTx/>
                <a:uFillTx/>
                <a:ea typeface="+mn-ea"/>
                <a:cs typeface="+mn-cs"/>
              </a:rPr>
              <a:t>chance of spot</a:t>
            </a:r>
            <a:r>
              <a:rPr kumimoji="0" lang="en-US" sz="1400" b="0" i="0" u="none" strike="noStrike" kern="0" cap="none" spc="0" normalizeH="0" baseline="0" noProof="0" dirty="0">
                <a:ln>
                  <a:noFill/>
                </a:ln>
                <a:solidFill>
                  <a:sysClr val="windowText" lastClr="000000"/>
                </a:solidFill>
                <a:effectLst/>
                <a:uLnTx/>
                <a:uFillTx/>
                <a:ea typeface="+mn-ea"/>
                <a:cs typeface="+mn-cs"/>
              </a:rPr>
              <a:t>” instead of static pins.</a:t>
            </a:r>
          </a:p>
          <a:p>
            <a:pPr marL="742950" marR="0" lvl="1" indent="-285750"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ea typeface="+mn-ea"/>
                <a:cs typeface="+mn-cs"/>
              </a:rPr>
              <a:t>Smart backup-swap</a:t>
            </a:r>
            <a:r>
              <a:rPr kumimoji="0" lang="en-US" sz="1400" b="0" i="0" u="none" strike="noStrike" kern="0" cap="none" spc="0" normalizeH="0" baseline="0" noProof="0" dirty="0">
                <a:ln>
                  <a:noFill/>
                </a:ln>
                <a:solidFill>
                  <a:sysClr val="windowText" lastClr="000000"/>
                </a:solidFill>
                <a:effectLst/>
                <a:uLnTx/>
                <a:uFillTx/>
                <a:ea typeface="+mn-ea"/>
                <a:cs typeface="+mn-cs"/>
              </a:rPr>
              <a:t> automatically switches to the best nearby option if the first isn’t ready, backed by an SLA to reduce failure anxiety.</a:t>
            </a:r>
          </a:p>
          <a:p>
            <a:pPr marL="742950" marR="0" lvl="1" indent="-285750"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1" i="0" u="none" strike="noStrike" kern="0" cap="none" spc="0" normalizeH="0" baseline="0" noProof="0" dirty="0">
                <a:ln>
                  <a:noFill/>
                </a:ln>
                <a:solidFill>
                  <a:sysClr val="windowText" lastClr="000000"/>
                </a:solidFill>
                <a:effectLst/>
                <a:uLnTx/>
                <a:uFillTx/>
                <a:ea typeface="+mn-ea"/>
                <a:cs typeface="+mn-cs"/>
              </a:rPr>
              <a:t>Demand steering</a:t>
            </a:r>
            <a:r>
              <a:rPr kumimoji="0" lang="en-US" sz="1400" b="0" i="0" u="none" strike="noStrike" kern="0" cap="none" spc="0" normalizeH="0" baseline="0" noProof="0" dirty="0">
                <a:ln>
                  <a:noFill/>
                </a:ln>
                <a:solidFill>
                  <a:sysClr val="windowText" lastClr="000000"/>
                </a:solidFill>
                <a:effectLst/>
                <a:uLnTx/>
                <a:uFillTx/>
                <a:ea typeface="+mn-ea"/>
                <a:cs typeface="+mn-cs"/>
              </a:rPr>
              <a:t> through small time or price nudges smooths peaks, cutting cruising and improving availability.</a:t>
            </a:r>
          </a:p>
          <a:p>
            <a:pPr marL="742950" marR="0" lvl="1" indent="-285750"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ysClr val="windowText" lastClr="000000"/>
                </a:solidFill>
                <a:effectLst/>
                <a:uLnTx/>
                <a:uFillTx/>
                <a:ea typeface="+mn-ea"/>
                <a:cs typeface="+mn-cs"/>
              </a:rPr>
              <a:t>A continuous learning loop (arrivals, overstays, no-shows) refines predictions daily, boosting accuracy, utilization, and revenue.</a:t>
            </a:r>
          </a:p>
        </p:txBody>
      </p:sp>
    </p:spTree>
    <p:extLst>
      <p:ext uri="{BB962C8B-B14F-4D97-AF65-F5344CB8AC3E}">
        <p14:creationId xmlns:p14="http://schemas.microsoft.com/office/powerpoint/2010/main" val="2310877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5" title="Vector.png"/>
          <p:cNvPicPr preferRelativeResize="0"/>
          <p:nvPr/>
        </p:nvPicPr>
        <p:blipFill>
          <a:blip r:embed="rId3">
            <a:alphaModFix/>
          </a:blip>
          <a:stretch>
            <a:fillRect/>
          </a:stretch>
        </p:blipFill>
        <p:spPr>
          <a:xfrm>
            <a:off x="273100" y="245250"/>
            <a:ext cx="925600" cy="218300"/>
          </a:xfrm>
          <a:prstGeom prst="rect">
            <a:avLst/>
          </a:prstGeom>
          <a:noFill/>
          <a:ln>
            <a:noFill/>
          </a:ln>
        </p:spPr>
      </p:pic>
      <p:pic>
        <p:nvPicPr>
          <p:cNvPr id="70" name="Google Shape;70;p15" title="Group 3.png"/>
          <p:cNvPicPr preferRelativeResize="0"/>
          <p:nvPr/>
        </p:nvPicPr>
        <p:blipFill>
          <a:blip r:embed="rId4">
            <a:alphaModFix/>
          </a:blip>
          <a:stretch>
            <a:fillRect/>
          </a:stretch>
        </p:blipFill>
        <p:spPr>
          <a:xfrm>
            <a:off x="7728375" y="213225"/>
            <a:ext cx="1055575" cy="282350"/>
          </a:xfrm>
          <a:prstGeom prst="rect">
            <a:avLst/>
          </a:prstGeom>
          <a:noFill/>
          <a:ln>
            <a:noFill/>
          </a:ln>
        </p:spPr>
      </p:pic>
      <p:pic>
        <p:nvPicPr>
          <p:cNvPr id="71" name="Google Shape;71;p15" title="Imobilothon final logo 5.0-01 1.png"/>
          <p:cNvPicPr preferRelativeResize="0"/>
          <p:nvPr/>
        </p:nvPicPr>
        <p:blipFill>
          <a:blip r:embed="rId5">
            <a:alphaModFix/>
          </a:blip>
          <a:stretch>
            <a:fillRect/>
          </a:stretch>
        </p:blipFill>
        <p:spPr>
          <a:xfrm>
            <a:off x="2967238" y="8337"/>
            <a:ext cx="3209537" cy="692129"/>
          </a:xfrm>
          <a:prstGeom prst="rect">
            <a:avLst/>
          </a:prstGeom>
          <a:noFill/>
          <a:ln>
            <a:noFill/>
          </a:ln>
        </p:spPr>
      </p:pic>
      <p:sp>
        <p:nvSpPr>
          <p:cNvPr id="23" name="object 2">
            <a:extLst>
              <a:ext uri="{FF2B5EF4-FFF2-40B4-BE49-F238E27FC236}">
                <a16:creationId xmlns:a16="http://schemas.microsoft.com/office/drawing/2014/main" id="{4EA6FC81-C050-6E63-75F9-0A6B35DB5734}"/>
              </a:ext>
            </a:extLst>
          </p:cNvPr>
          <p:cNvSpPr txBox="1">
            <a:spLocks noGrp="1"/>
          </p:cNvSpPr>
          <p:nvPr>
            <p:ph type="title"/>
          </p:nvPr>
        </p:nvSpPr>
        <p:spPr>
          <a:xfrm>
            <a:off x="273100" y="757817"/>
            <a:ext cx="8520600" cy="302647"/>
          </a:xfrm>
          <a:prstGeom prst="rect">
            <a:avLst/>
          </a:prstGeom>
        </p:spPr>
        <p:txBody>
          <a:bodyPr vert="horz" wrap="square" lIns="0" tIns="12700" rIns="0" bIns="0" rtlCol="0">
            <a:spAutoFit/>
          </a:bodyPr>
          <a:lstStyle/>
          <a:p>
            <a:pPr marL="144145">
              <a:lnSpc>
                <a:spcPct val="100000"/>
              </a:lnSpc>
              <a:spcBef>
                <a:spcPts val="100"/>
              </a:spcBef>
            </a:pPr>
            <a:r>
              <a:rPr sz="1800" dirty="0"/>
              <a:t>Opportunities</a:t>
            </a:r>
            <a:r>
              <a:rPr sz="1800" spc="-55" dirty="0"/>
              <a:t> </a:t>
            </a:r>
            <a:r>
              <a:rPr sz="1800" dirty="0"/>
              <a:t>–</a:t>
            </a:r>
            <a:r>
              <a:rPr sz="1800" spc="-35" dirty="0"/>
              <a:t> </a:t>
            </a:r>
            <a:r>
              <a:rPr sz="1800" dirty="0"/>
              <a:t>USP</a:t>
            </a:r>
            <a:r>
              <a:rPr sz="1800" spc="-30" dirty="0"/>
              <a:t> </a:t>
            </a:r>
            <a:r>
              <a:rPr sz="1800" dirty="0"/>
              <a:t>and</a:t>
            </a:r>
            <a:r>
              <a:rPr sz="1800" spc="-40" dirty="0"/>
              <a:t> </a:t>
            </a:r>
            <a:r>
              <a:rPr sz="1800" dirty="0"/>
              <a:t>“How</a:t>
            </a:r>
            <a:r>
              <a:rPr sz="1800" spc="-25" dirty="0"/>
              <a:t> </a:t>
            </a:r>
            <a:r>
              <a:rPr sz="1800" dirty="0"/>
              <a:t>It</a:t>
            </a:r>
            <a:r>
              <a:rPr sz="1800" spc="-35" dirty="0"/>
              <a:t> </a:t>
            </a:r>
            <a:r>
              <a:rPr sz="1800" dirty="0"/>
              <a:t>Solves”</a:t>
            </a:r>
            <a:r>
              <a:rPr sz="1800" spc="5" dirty="0"/>
              <a:t> </a:t>
            </a:r>
            <a:r>
              <a:rPr sz="1800" dirty="0"/>
              <a:t>the</a:t>
            </a:r>
            <a:r>
              <a:rPr sz="1800" spc="-35" dirty="0"/>
              <a:t> </a:t>
            </a:r>
            <a:r>
              <a:rPr sz="1800" spc="-10" dirty="0"/>
              <a:t>problem</a:t>
            </a:r>
          </a:p>
        </p:txBody>
      </p:sp>
      <p:pic>
        <p:nvPicPr>
          <p:cNvPr id="57" name="Picture 56">
            <a:extLst>
              <a:ext uri="{FF2B5EF4-FFF2-40B4-BE49-F238E27FC236}">
                <a16:creationId xmlns:a16="http://schemas.microsoft.com/office/drawing/2014/main" id="{ADFF4714-288B-F524-C766-9E2CE477010B}"/>
              </a:ext>
            </a:extLst>
          </p:cNvPr>
          <p:cNvPicPr>
            <a:picLocks noChangeAspect="1"/>
          </p:cNvPicPr>
          <p:nvPr/>
        </p:nvPicPr>
        <p:blipFill>
          <a:blip r:embed="rId6"/>
          <a:stretch>
            <a:fillRect/>
          </a:stretch>
        </p:blipFill>
        <p:spPr>
          <a:xfrm>
            <a:off x="444641" y="1224368"/>
            <a:ext cx="8468078" cy="382252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pic>
        <p:nvPicPr>
          <p:cNvPr id="77" name="Google Shape;77;p16" title="Vector.png"/>
          <p:cNvPicPr preferRelativeResize="0"/>
          <p:nvPr/>
        </p:nvPicPr>
        <p:blipFill>
          <a:blip r:embed="rId3">
            <a:alphaModFix/>
          </a:blip>
          <a:stretch>
            <a:fillRect/>
          </a:stretch>
        </p:blipFill>
        <p:spPr>
          <a:xfrm>
            <a:off x="273100" y="245250"/>
            <a:ext cx="925600" cy="218300"/>
          </a:xfrm>
          <a:prstGeom prst="rect">
            <a:avLst/>
          </a:prstGeom>
          <a:noFill/>
          <a:ln>
            <a:noFill/>
          </a:ln>
        </p:spPr>
      </p:pic>
      <p:pic>
        <p:nvPicPr>
          <p:cNvPr id="78" name="Google Shape;78;p16" title="Group 3.png"/>
          <p:cNvPicPr preferRelativeResize="0"/>
          <p:nvPr/>
        </p:nvPicPr>
        <p:blipFill>
          <a:blip r:embed="rId4">
            <a:alphaModFix/>
          </a:blip>
          <a:stretch>
            <a:fillRect/>
          </a:stretch>
        </p:blipFill>
        <p:spPr>
          <a:xfrm>
            <a:off x="7728375" y="213225"/>
            <a:ext cx="1055575" cy="282350"/>
          </a:xfrm>
          <a:prstGeom prst="rect">
            <a:avLst/>
          </a:prstGeom>
          <a:noFill/>
          <a:ln>
            <a:noFill/>
          </a:ln>
        </p:spPr>
      </p:pic>
      <p:pic>
        <p:nvPicPr>
          <p:cNvPr id="79" name="Google Shape;79;p16" title="Imobilothon final logo 5.0-01 1.png"/>
          <p:cNvPicPr preferRelativeResize="0"/>
          <p:nvPr/>
        </p:nvPicPr>
        <p:blipFill>
          <a:blip r:embed="rId5">
            <a:alphaModFix/>
          </a:blip>
          <a:stretch>
            <a:fillRect/>
          </a:stretch>
        </p:blipFill>
        <p:spPr>
          <a:xfrm>
            <a:off x="2967238" y="8337"/>
            <a:ext cx="3209537" cy="692129"/>
          </a:xfrm>
          <a:prstGeom prst="rect">
            <a:avLst/>
          </a:prstGeom>
          <a:noFill/>
          <a:ln>
            <a:noFill/>
          </a:ln>
        </p:spPr>
      </p:pic>
      <p:sp>
        <p:nvSpPr>
          <p:cNvPr id="80" name="Google Shape;80;p16"/>
          <p:cNvSpPr txBox="1"/>
          <p:nvPr/>
        </p:nvSpPr>
        <p:spPr>
          <a:xfrm>
            <a:off x="222600" y="1003775"/>
            <a:ext cx="8698800" cy="54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a:t>List of features offered by the solution</a:t>
            </a:r>
            <a:endParaRPr sz="1800" b="1" dirty="0"/>
          </a:p>
        </p:txBody>
      </p:sp>
      <p:grpSp>
        <p:nvGrpSpPr>
          <p:cNvPr id="50" name="Group 49">
            <a:extLst>
              <a:ext uri="{FF2B5EF4-FFF2-40B4-BE49-F238E27FC236}">
                <a16:creationId xmlns:a16="http://schemas.microsoft.com/office/drawing/2014/main" id="{F70CCA5E-D74B-0662-E306-D663EB8C8B0D}"/>
              </a:ext>
            </a:extLst>
          </p:cNvPr>
          <p:cNvGrpSpPr/>
          <p:nvPr/>
        </p:nvGrpSpPr>
        <p:grpSpPr>
          <a:xfrm>
            <a:off x="344977" y="1553675"/>
            <a:ext cx="8438973" cy="3462440"/>
            <a:chOff x="299008" y="1375536"/>
            <a:chExt cx="8438973" cy="3462440"/>
          </a:xfrm>
        </p:grpSpPr>
        <p:sp>
          <p:nvSpPr>
            <p:cNvPr id="51" name="object 48">
              <a:extLst>
                <a:ext uri="{FF2B5EF4-FFF2-40B4-BE49-F238E27FC236}">
                  <a16:creationId xmlns:a16="http://schemas.microsoft.com/office/drawing/2014/main" id="{0791E05F-356D-D24D-75F7-26B0ECAF2784}"/>
                </a:ext>
              </a:extLst>
            </p:cNvPr>
            <p:cNvSpPr/>
            <p:nvPr/>
          </p:nvSpPr>
          <p:spPr>
            <a:xfrm>
              <a:off x="301285" y="4319181"/>
              <a:ext cx="2129790" cy="518795"/>
            </a:xfrm>
            <a:custGeom>
              <a:avLst/>
              <a:gdLst/>
              <a:ahLst/>
              <a:cxnLst/>
              <a:rect l="l" t="t" r="r" b="b"/>
              <a:pathLst>
                <a:path w="2129790" h="518795">
                  <a:moveTo>
                    <a:pt x="2042998" y="0"/>
                  </a:moveTo>
                  <a:lnTo>
                    <a:pt x="86372" y="0"/>
                  </a:lnTo>
                  <a:lnTo>
                    <a:pt x="52747" y="6787"/>
                  </a:lnTo>
                  <a:lnTo>
                    <a:pt x="25293" y="25298"/>
                  </a:lnTo>
                  <a:lnTo>
                    <a:pt x="6785" y="52753"/>
                  </a:lnTo>
                  <a:lnTo>
                    <a:pt x="0" y="86372"/>
                  </a:lnTo>
                  <a:lnTo>
                    <a:pt x="0" y="431863"/>
                  </a:lnTo>
                  <a:lnTo>
                    <a:pt x="6785" y="465483"/>
                  </a:lnTo>
                  <a:lnTo>
                    <a:pt x="25293" y="492937"/>
                  </a:lnTo>
                  <a:lnTo>
                    <a:pt x="52747" y="511448"/>
                  </a:lnTo>
                  <a:lnTo>
                    <a:pt x="86372" y="518236"/>
                  </a:lnTo>
                  <a:lnTo>
                    <a:pt x="2042998" y="518236"/>
                  </a:lnTo>
                  <a:lnTo>
                    <a:pt x="2076583" y="511448"/>
                  </a:lnTo>
                  <a:lnTo>
                    <a:pt x="2104037" y="492937"/>
                  </a:lnTo>
                  <a:lnTo>
                    <a:pt x="2122561" y="465483"/>
                  </a:lnTo>
                  <a:lnTo>
                    <a:pt x="2129358" y="431863"/>
                  </a:lnTo>
                  <a:lnTo>
                    <a:pt x="2129358" y="86372"/>
                  </a:lnTo>
                  <a:lnTo>
                    <a:pt x="2122561" y="52753"/>
                  </a:lnTo>
                  <a:lnTo>
                    <a:pt x="2104037" y="25298"/>
                  </a:lnTo>
                  <a:lnTo>
                    <a:pt x="2076583" y="6787"/>
                  </a:lnTo>
                  <a:lnTo>
                    <a:pt x="2042998" y="0"/>
                  </a:lnTo>
                  <a:close/>
                </a:path>
              </a:pathLst>
            </a:custGeom>
            <a:solidFill>
              <a:srgbClr val="4E016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52" name="Group 51">
              <a:extLst>
                <a:ext uri="{FF2B5EF4-FFF2-40B4-BE49-F238E27FC236}">
                  <a16:creationId xmlns:a16="http://schemas.microsoft.com/office/drawing/2014/main" id="{DA24DC22-D9A0-499A-5043-6235B512BE24}"/>
                </a:ext>
              </a:extLst>
            </p:cNvPr>
            <p:cNvGrpSpPr/>
            <p:nvPr/>
          </p:nvGrpSpPr>
          <p:grpSpPr>
            <a:xfrm>
              <a:off x="299008" y="1375536"/>
              <a:ext cx="8438973" cy="3454427"/>
              <a:chOff x="299008" y="1375536"/>
              <a:chExt cx="8438973" cy="3454427"/>
            </a:xfrm>
          </p:grpSpPr>
          <p:grpSp>
            <p:nvGrpSpPr>
              <p:cNvPr id="53" name="object 3">
                <a:extLst>
                  <a:ext uri="{FF2B5EF4-FFF2-40B4-BE49-F238E27FC236}">
                    <a16:creationId xmlns:a16="http://schemas.microsoft.com/office/drawing/2014/main" id="{715CEF2A-F5F3-120F-298E-7AC44B8CB7BB}"/>
                  </a:ext>
                </a:extLst>
              </p:cNvPr>
              <p:cNvGrpSpPr/>
              <p:nvPr/>
            </p:nvGrpSpPr>
            <p:grpSpPr>
              <a:xfrm>
                <a:off x="2428367" y="1427861"/>
                <a:ext cx="6309360" cy="444500"/>
                <a:chOff x="2428367" y="1427861"/>
                <a:chExt cx="6309360" cy="444500"/>
              </a:xfrm>
            </p:grpSpPr>
            <p:sp>
              <p:nvSpPr>
                <p:cNvPr id="100" name="object 4">
                  <a:extLst>
                    <a:ext uri="{FF2B5EF4-FFF2-40B4-BE49-F238E27FC236}">
                      <a16:creationId xmlns:a16="http://schemas.microsoft.com/office/drawing/2014/main" id="{44D14B26-FEB8-4AD9-7EBA-12A907C6A727}"/>
                    </a:ext>
                  </a:extLst>
                </p:cNvPr>
                <p:cNvSpPr/>
                <p:nvPr/>
              </p:nvSpPr>
              <p:spPr>
                <a:xfrm>
                  <a:off x="2441067" y="1440561"/>
                  <a:ext cx="6283960" cy="419100"/>
                </a:xfrm>
                <a:custGeom>
                  <a:avLst/>
                  <a:gdLst/>
                  <a:ahLst/>
                  <a:cxnLst/>
                  <a:rect l="l" t="t" r="r" b="b"/>
                  <a:pathLst>
                    <a:path w="6283959" h="419100">
                      <a:moveTo>
                        <a:pt x="6213983" y="0"/>
                      </a:moveTo>
                      <a:lnTo>
                        <a:pt x="0" y="0"/>
                      </a:lnTo>
                      <a:lnTo>
                        <a:pt x="0" y="418718"/>
                      </a:lnTo>
                      <a:lnTo>
                        <a:pt x="6213983" y="418718"/>
                      </a:lnTo>
                      <a:lnTo>
                        <a:pt x="6241184" y="413236"/>
                      </a:lnTo>
                      <a:lnTo>
                        <a:pt x="6263385" y="398287"/>
                      </a:lnTo>
                      <a:lnTo>
                        <a:pt x="6278348" y="376124"/>
                      </a:lnTo>
                      <a:lnTo>
                        <a:pt x="6283833" y="348996"/>
                      </a:lnTo>
                      <a:lnTo>
                        <a:pt x="6283833" y="69850"/>
                      </a:lnTo>
                      <a:lnTo>
                        <a:pt x="6278348" y="42648"/>
                      </a:lnTo>
                      <a:lnTo>
                        <a:pt x="6263385" y="20447"/>
                      </a:lnTo>
                      <a:lnTo>
                        <a:pt x="6241184" y="5484"/>
                      </a:lnTo>
                      <a:lnTo>
                        <a:pt x="6213983" y="0"/>
                      </a:lnTo>
                      <a:close/>
                    </a:path>
                  </a:pathLst>
                </a:custGeom>
                <a:solidFill>
                  <a:srgbClr val="FFEDD9">
                    <a:alpha val="90194"/>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1" name="object 5">
                  <a:extLst>
                    <a:ext uri="{FF2B5EF4-FFF2-40B4-BE49-F238E27FC236}">
                      <a16:creationId xmlns:a16="http://schemas.microsoft.com/office/drawing/2014/main" id="{DB273998-7B23-522E-BF91-C7ADBA7C5BD2}"/>
                    </a:ext>
                  </a:extLst>
                </p:cNvPr>
                <p:cNvSpPr/>
                <p:nvPr/>
              </p:nvSpPr>
              <p:spPr>
                <a:xfrm>
                  <a:off x="2441067" y="1440561"/>
                  <a:ext cx="6283960" cy="419100"/>
                </a:xfrm>
                <a:custGeom>
                  <a:avLst/>
                  <a:gdLst/>
                  <a:ahLst/>
                  <a:cxnLst/>
                  <a:rect l="l" t="t" r="r" b="b"/>
                  <a:pathLst>
                    <a:path w="6283959" h="419100">
                      <a:moveTo>
                        <a:pt x="6283833" y="69850"/>
                      </a:moveTo>
                      <a:lnTo>
                        <a:pt x="6283833" y="348996"/>
                      </a:lnTo>
                      <a:lnTo>
                        <a:pt x="6278348" y="376124"/>
                      </a:lnTo>
                      <a:lnTo>
                        <a:pt x="6263385" y="398287"/>
                      </a:lnTo>
                      <a:lnTo>
                        <a:pt x="6241184" y="413236"/>
                      </a:lnTo>
                      <a:lnTo>
                        <a:pt x="6213983" y="418718"/>
                      </a:lnTo>
                      <a:lnTo>
                        <a:pt x="0" y="418718"/>
                      </a:lnTo>
                      <a:lnTo>
                        <a:pt x="0" y="0"/>
                      </a:lnTo>
                      <a:lnTo>
                        <a:pt x="6213983" y="0"/>
                      </a:lnTo>
                      <a:lnTo>
                        <a:pt x="6241184" y="5484"/>
                      </a:lnTo>
                      <a:lnTo>
                        <a:pt x="6263385" y="20447"/>
                      </a:lnTo>
                      <a:lnTo>
                        <a:pt x="6278348" y="42648"/>
                      </a:lnTo>
                      <a:lnTo>
                        <a:pt x="6283833" y="69850"/>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4" name="object 6">
                <a:extLst>
                  <a:ext uri="{FF2B5EF4-FFF2-40B4-BE49-F238E27FC236}">
                    <a16:creationId xmlns:a16="http://schemas.microsoft.com/office/drawing/2014/main" id="{2EF40A36-9D45-5E52-0FDD-1BF7C55E3398}"/>
                  </a:ext>
                </a:extLst>
              </p:cNvPr>
              <p:cNvSpPr txBox="1"/>
              <p:nvPr/>
            </p:nvSpPr>
            <p:spPr>
              <a:xfrm>
                <a:off x="2844164" y="1452498"/>
                <a:ext cx="5572760" cy="371897"/>
              </a:xfrm>
              <a:prstGeom prst="rect">
                <a:avLst/>
              </a:prstGeom>
            </p:spPr>
            <p:txBody>
              <a:bodyPr vert="horz" wrap="square" lIns="0" tIns="38100" rIns="0" bIns="0" rtlCol="0">
                <a:spAutoFit/>
              </a:bodyPr>
              <a:lstStyle/>
              <a:p>
                <a:pPr marL="12700" marR="5080" lvl="0">
                  <a:lnSpc>
                    <a:spcPts val="1250"/>
                  </a:lnSpc>
                  <a:spcBef>
                    <a:spcPts val="300"/>
                  </a:spcBef>
                  <a:buClrTx/>
                  <a:tabLst>
                    <a:tab pos="205740" algn="l"/>
                  </a:tabLst>
                  <a:defRPr/>
                </a:pPr>
                <a:r>
                  <a:rPr lang="en-US" sz="1200" dirty="0"/>
                  <a:t>Ranked nearby options with map + list, rich cards (price, distance, rules, EV/accessible), entrance info, and quick filters for time, price cap, and amenities.</a:t>
                </a:r>
                <a:endParaRPr kumimoji="0" sz="1200" b="0" i="0" u="none" strike="noStrike" kern="0" cap="none" spc="0" normalizeH="0" baseline="0" noProof="0" dirty="0">
                  <a:ln>
                    <a:noFill/>
                  </a:ln>
                  <a:solidFill>
                    <a:sysClr val="windowText" lastClr="000000"/>
                  </a:solidFill>
                  <a:effectLst/>
                  <a:uLnTx/>
                  <a:uFillTx/>
                  <a:latin typeface="Arial MT"/>
                  <a:cs typeface="Arial MT"/>
                </a:endParaRPr>
              </a:p>
            </p:txBody>
          </p:sp>
          <p:grpSp>
            <p:nvGrpSpPr>
              <p:cNvPr id="55" name="object 7">
                <a:extLst>
                  <a:ext uri="{FF2B5EF4-FFF2-40B4-BE49-F238E27FC236}">
                    <a16:creationId xmlns:a16="http://schemas.microsoft.com/office/drawing/2014/main" id="{AD4FCEAC-5A95-5575-4803-9B0CDDB671CF}"/>
                  </a:ext>
                </a:extLst>
              </p:cNvPr>
              <p:cNvGrpSpPr/>
              <p:nvPr/>
            </p:nvGrpSpPr>
            <p:grpSpPr>
              <a:xfrm>
                <a:off x="299008" y="1375536"/>
                <a:ext cx="2155190" cy="549275"/>
                <a:chOff x="299008" y="1375536"/>
                <a:chExt cx="2155190" cy="549275"/>
              </a:xfrm>
            </p:grpSpPr>
            <p:sp>
              <p:nvSpPr>
                <p:cNvPr id="98" name="object 8">
                  <a:extLst>
                    <a:ext uri="{FF2B5EF4-FFF2-40B4-BE49-F238E27FC236}">
                      <a16:creationId xmlns:a16="http://schemas.microsoft.com/office/drawing/2014/main" id="{942D4CE0-39B9-2AE5-CAE6-95863B7DB92D}"/>
                    </a:ext>
                  </a:extLst>
                </p:cNvPr>
                <p:cNvSpPr/>
                <p:nvPr/>
              </p:nvSpPr>
              <p:spPr>
                <a:xfrm>
                  <a:off x="311708" y="1388236"/>
                  <a:ext cx="2129790" cy="523875"/>
                </a:xfrm>
                <a:custGeom>
                  <a:avLst/>
                  <a:gdLst/>
                  <a:ahLst/>
                  <a:cxnLst/>
                  <a:rect l="l" t="t" r="r" b="b"/>
                  <a:pathLst>
                    <a:path w="2129790" h="523875">
                      <a:moveTo>
                        <a:pt x="2042109" y="0"/>
                      </a:moveTo>
                      <a:lnTo>
                        <a:pt x="87236" y="0"/>
                      </a:lnTo>
                      <a:lnTo>
                        <a:pt x="53278" y="6863"/>
                      </a:lnTo>
                      <a:lnTo>
                        <a:pt x="25549" y="25574"/>
                      </a:lnTo>
                      <a:lnTo>
                        <a:pt x="6854" y="53310"/>
                      </a:lnTo>
                      <a:lnTo>
                        <a:pt x="0" y="87249"/>
                      </a:lnTo>
                      <a:lnTo>
                        <a:pt x="0" y="436117"/>
                      </a:lnTo>
                      <a:lnTo>
                        <a:pt x="6854" y="470110"/>
                      </a:lnTo>
                      <a:lnTo>
                        <a:pt x="25549" y="497839"/>
                      </a:lnTo>
                      <a:lnTo>
                        <a:pt x="53278" y="516520"/>
                      </a:lnTo>
                      <a:lnTo>
                        <a:pt x="87236" y="523367"/>
                      </a:lnTo>
                      <a:lnTo>
                        <a:pt x="2042109" y="523367"/>
                      </a:lnTo>
                      <a:lnTo>
                        <a:pt x="2076047" y="516520"/>
                      </a:lnTo>
                      <a:lnTo>
                        <a:pt x="2103783" y="497839"/>
                      </a:lnTo>
                      <a:lnTo>
                        <a:pt x="2122494" y="470110"/>
                      </a:lnTo>
                      <a:lnTo>
                        <a:pt x="2129358" y="436117"/>
                      </a:lnTo>
                      <a:lnTo>
                        <a:pt x="2129358" y="87249"/>
                      </a:lnTo>
                      <a:lnTo>
                        <a:pt x="2122494" y="53310"/>
                      </a:lnTo>
                      <a:lnTo>
                        <a:pt x="2103783" y="25574"/>
                      </a:lnTo>
                      <a:lnTo>
                        <a:pt x="2076047" y="6863"/>
                      </a:lnTo>
                      <a:lnTo>
                        <a:pt x="2042109" y="0"/>
                      </a:lnTo>
                      <a:close/>
                    </a:path>
                  </a:pathLst>
                </a:custGeom>
                <a:solidFill>
                  <a:srgbClr val="D30D4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9" name="object 9">
                  <a:extLst>
                    <a:ext uri="{FF2B5EF4-FFF2-40B4-BE49-F238E27FC236}">
                      <a16:creationId xmlns:a16="http://schemas.microsoft.com/office/drawing/2014/main" id="{61B7EDAC-E907-E709-ABC4-DB8241A18299}"/>
                    </a:ext>
                  </a:extLst>
                </p:cNvPr>
                <p:cNvSpPr/>
                <p:nvPr/>
              </p:nvSpPr>
              <p:spPr>
                <a:xfrm>
                  <a:off x="311708" y="1388236"/>
                  <a:ext cx="2129790" cy="523875"/>
                </a:xfrm>
                <a:custGeom>
                  <a:avLst/>
                  <a:gdLst/>
                  <a:ahLst/>
                  <a:cxnLst/>
                  <a:rect l="l" t="t" r="r" b="b"/>
                  <a:pathLst>
                    <a:path w="2129790" h="523875">
                      <a:moveTo>
                        <a:pt x="0" y="87249"/>
                      </a:moveTo>
                      <a:lnTo>
                        <a:pt x="6854" y="53310"/>
                      </a:lnTo>
                      <a:lnTo>
                        <a:pt x="25549" y="25574"/>
                      </a:lnTo>
                      <a:lnTo>
                        <a:pt x="53278" y="6863"/>
                      </a:lnTo>
                      <a:lnTo>
                        <a:pt x="87236" y="0"/>
                      </a:lnTo>
                      <a:lnTo>
                        <a:pt x="2042109" y="0"/>
                      </a:lnTo>
                      <a:lnTo>
                        <a:pt x="2076047" y="6863"/>
                      </a:lnTo>
                      <a:lnTo>
                        <a:pt x="2103783" y="25574"/>
                      </a:lnTo>
                      <a:lnTo>
                        <a:pt x="2122494" y="53310"/>
                      </a:lnTo>
                      <a:lnTo>
                        <a:pt x="2129358" y="87249"/>
                      </a:lnTo>
                      <a:lnTo>
                        <a:pt x="2129358" y="436117"/>
                      </a:lnTo>
                      <a:lnTo>
                        <a:pt x="2122494" y="470110"/>
                      </a:lnTo>
                      <a:lnTo>
                        <a:pt x="2103783" y="497839"/>
                      </a:lnTo>
                      <a:lnTo>
                        <a:pt x="2076047" y="516520"/>
                      </a:lnTo>
                      <a:lnTo>
                        <a:pt x="2042109" y="523367"/>
                      </a:lnTo>
                      <a:lnTo>
                        <a:pt x="87236" y="523367"/>
                      </a:lnTo>
                      <a:lnTo>
                        <a:pt x="53278" y="516520"/>
                      </a:lnTo>
                      <a:lnTo>
                        <a:pt x="25549" y="497839"/>
                      </a:lnTo>
                      <a:lnTo>
                        <a:pt x="6854" y="470110"/>
                      </a:lnTo>
                      <a:lnTo>
                        <a:pt x="0" y="436117"/>
                      </a:lnTo>
                      <a:lnTo>
                        <a:pt x="0" y="87249"/>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6" name="object 10">
                <a:extLst>
                  <a:ext uri="{FF2B5EF4-FFF2-40B4-BE49-F238E27FC236}">
                    <a16:creationId xmlns:a16="http://schemas.microsoft.com/office/drawing/2014/main" id="{49A9E2F8-C11E-7FB9-FD99-CDE9A8B14A0A}"/>
                  </a:ext>
                </a:extLst>
              </p:cNvPr>
              <p:cNvSpPr txBox="1"/>
              <p:nvPr/>
            </p:nvSpPr>
            <p:spPr>
              <a:xfrm>
                <a:off x="554012" y="1412546"/>
                <a:ext cx="1644751" cy="475130"/>
              </a:xfrm>
              <a:prstGeom prst="rect">
                <a:avLst/>
              </a:prstGeom>
            </p:spPr>
            <p:txBody>
              <a:bodyPr vert="horz" wrap="square" lIns="0" tIns="53975" rIns="0" bIns="0" rtlCol="0">
                <a:spAutoFit/>
              </a:bodyPr>
              <a:lstStyle/>
              <a:p>
                <a:pPr marL="0" marR="0" lvl="0" indent="0" algn="ctr" defTabSz="914400" eaLnBrk="1" fontAlgn="auto" latinLnBrk="0" hangingPunct="1">
                  <a:lnSpc>
                    <a:spcPct val="100000"/>
                  </a:lnSpc>
                  <a:spcBef>
                    <a:spcPts val="425"/>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MT"/>
                    <a:cs typeface="Arial MT"/>
                  </a:rPr>
                  <a:t>“</a:t>
                </a:r>
                <a:r>
                  <a:rPr kumimoji="0" lang="en-US" sz="1200" b="1" i="0" u="none" strike="noStrike" kern="0" cap="none" spc="0" normalizeH="0" baseline="0" noProof="0" dirty="0">
                    <a:ln>
                      <a:noFill/>
                    </a:ln>
                    <a:solidFill>
                      <a:srgbClr val="FFFFFF"/>
                    </a:solidFill>
                    <a:effectLst/>
                    <a:uLnTx/>
                    <a:uFillTx/>
                    <a:latin typeface="Arial MT"/>
                    <a:cs typeface="Arial MT"/>
                  </a:rPr>
                  <a:t>Fast Search &amp; Offers</a:t>
                </a:r>
                <a:r>
                  <a:rPr kumimoji="0" lang="en-US" sz="1200" b="0" i="0" u="none" strike="noStrike" kern="0" cap="none" spc="0" normalizeH="0" baseline="0" noProof="0" dirty="0">
                    <a:ln>
                      <a:noFill/>
                    </a:ln>
                    <a:solidFill>
                      <a:srgbClr val="FFFFFF"/>
                    </a:solidFill>
                    <a:effectLst/>
                    <a:uLnTx/>
                    <a:uFillTx/>
                    <a:latin typeface="Arial MT"/>
                    <a:cs typeface="Arial MT"/>
                  </a:rPr>
                  <a:t>” </a:t>
                </a:r>
              </a:p>
              <a:p>
                <a:pPr marL="0" marR="0" lvl="0" indent="0" algn="ctr" defTabSz="914400" eaLnBrk="1" fontAlgn="auto" latinLnBrk="0" hangingPunct="1">
                  <a:lnSpc>
                    <a:spcPct val="100000"/>
                  </a:lnSpc>
                  <a:spcBef>
                    <a:spcPts val="425"/>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MT"/>
                    <a:cs typeface="Arial MT"/>
                  </a:rPr>
                  <a:t>Real‑time discovery</a:t>
                </a:r>
              </a:p>
            </p:txBody>
          </p:sp>
          <p:grpSp>
            <p:nvGrpSpPr>
              <p:cNvPr id="57" name="object 11">
                <a:extLst>
                  <a:ext uri="{FF2B5EF4-FFF2-40B4-BE49-F238E27FC236}">
                    <a16:creationId xmlns:a16="http://schemas.microsoft.com/office/drawing/2014/main" id="{24DE890C-7A6F-A07C-862C-3B69D6A3925D}"/>
                  </a:ext>
                </a:extLst>
              </p:cNvPr>
              <p:cNvGrpSpPr/>
              <p:nvPr/>
            </p:nvGrpSpPr>
            <p:grpSpPr>
              <a:xfrm>
                <a:off x="2428367" y="1976627"/>
                <a:ext cx="6309360" cy="440055"/>
                <a:chOff x="2428367" y="1976627"/>
                <a:chExt cx="6309360" cy="440055"/>
              </a:xfrm>
            </p:grpSpPr>
            <p:sp>
              <p:nvSpPr>
                <p:cNvPr id="96" name="object 12">
                  <a:extLst>
                    <a:ext uri="{FF2B5EF4-FFF2-40B4-BE49-F238E27FC236}">
                      <a16:creationId xmlns:a16="http://schemas.microsoft.com/office/drawing/2014/main" id="{12BC75DB-DFC2-2F39-5711-BE7E955C9D19}"/>
                    </a:ext>
                  </a:extLst>
                </p:cNvPr>
                <p:cNvSpPr/>
                <p:nvPr/>
              </p:nvSpPr>
              <p:spPr>
                <a:xfrm>
                  <a:off x="2441067" y="1989327"/>
                  <a:ext cx="6283960" cy="414655"/>
                </a:xfrm>
                <a:custGeom>
                  <a:avLst/>
                  <a:gdLst/>
                  <a:ahLst/>
                  <a:cxnLst/>
                  <a:rect l="l" t="t" r="r" b="b"/>
                  <a:pathLst>
                    <a:path w="6283959" h="414655">
                      <a:moveTo>
                        <a:pt x="6214744" y="0"/>
                      </a:moveTo>
                      <a:lnTo>
                        <a:pt x="0" y="0"/>
                      </a:lnTo>
                      <a:lnTo>
                        <a:pt x="0" y="414655"/>
                      </a:lnTo>
                      <a:lnTo>
                        <a:pt x="6214744" y="414655"/>
                      </a:lnTo>
                      <a:lnTo>
                        <a:pt x="6241613" y="409217"/>
                      </a:lnTo>
                      <a:lnTo>
                        <a:pt x="6263576" y="394398"/>
                      </a:lnTo>
                      <a:lnTo>
                        <a:pt x="6278395" y="372435"/>
                      </a:lnTo>
                      <a:lnTo>
                        <a:pt x="6283833" y="345567"/>
                      </a:lnTo>
                      <a:lnTo>
                        <a:pt x="6283833" y="69215"/>
                      </a:lnTo>
                      <a:lnTo>
                        <a:pt x="6278395" y="42273"/>
                      </a:lnTo>
                      <a:lnTo>
                        <a:pt x="6263576" y="20272"/>
                      </a:lnTo>
                      <a:lnTo>
                        <a:pt x="6241613" y="5439"/>
                      </a:lnTo>
                      <a:lnTo>
                        <a:pt x="6214744" y="0"/>
                      </a:lnTo>
                      <a:close/>
                    </a:path>
                  </a:pathLst>
                </a:custGeom>
                <a:solidFill>
                  <a:srgbClr val="FFEDD9">
                    <a:alpha val="90194"/>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7" name="object 13">
                  <a:extLst>
                    <a:ext uri="{FF2B5EF4-FFF2-40B4-BE49-F238E27FC236}">
                      <a16:creationId xmlns:a16="http://schemas.microsoft.com/office/drawing/2014/main" id="{B0E89955-518F-99CF-5FCF-8C944221DF9B}"/>
                    </a:ext>
                  </a:extLst>
                </p:cNvPr>
                <p:cNvSpPr/>
                <p:nvPr/>
              </p:nvSpPr>
              <p:spPr>
                <a:xfrm>
                  <a:off x="2441067" y="1989327"/>
                  <a:ext cx="6283960" cy="414655"/>
                </a:xfrm>
                <a:custGeom>
                  <a:avLst/>
                  <a:gdLst/>
                  <a:ahLst/>
                  <a:cxnLst/>
                  <a:rect l="l" t="t" r="r" b="b"/>
                  <a:pathLst>
                    <a:path w="6283959" h="414655">
                      <a:moveTo>
                        <a:pt x="6283833" y="69215"/>
                      </a:moveTo>
                      <a:lnTo>
                        <a:pt x="6283833" y="345567"/>
                      </a:lnTo>
                      <a:lnTo>
                        <a:pt x="6278395" y="372435"/>
                      </a:lnTo>
                      <a:lnTo>
                        <a:pt x="6263576" y="394398"/>
                      </a:lnTo>
                      <a:lnTo>
                        <a:pt x="6241613" y="409217"/>
                      </a:lnTo>
                      <a:lnTo>
                        <a:pt x="6214744" y="414655"/>
                      </a:lnTo>
                      <a:lnTo>
                        <a:pt x="0" y="414655"/>
                      </a:lnTo>
                      <a:lnTo>
                        <a:pt x="0" y="0"/>
                      </a:lnTo>
                      <a:lnTo>
                        <a:pt x="6214744" y="0"/>
                      </a:lnTo>
                      <a:lnTo>
                        <a:pt x="6241613" y="5439"/>
                      </a:lnTo>
                      <a:lnTo>
                        <a:pt x="6263576" y="20272"/>
                      </a:lnTo>
                      <a:lnTo>
                        <a:pt x="6278395" y="42273"/>
                      </a:lnTo>
                      <a:lnTo>
                        <a:pt x="6283833" y="69215"/>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8" name="object 14">
                <a:extLst>
                  <a:ext uri="{FF2B5EF4-FFF2-40B4-BE49-F238E27FC236}">
                    <a16:creationId xmlns:a16="http://schemas.microsoft.com/office/drawing/2014/main" id="{265BB765-A8C6-21E2-91DD-050AF96B565E}"/>
                  </a:ext>
                </a:extLst>
              </p:cNvPr>
              <p:cNvSpPr txBox="1"/>
              <p:nvPr/>
            </p:nvSpPr>
            <p:spPr>
              <a:xfrm>
                <a:off x="2822829" y="2012495"/>
                <a:ext cx="5749671" cy="346249"/>
              </a:xfrm>
              <a:prstGeom prst="rect">
                <a:avLst/>
              </a:prstGeom>
            </p:spPr>
            <p:txBody>
              <a:bodyPr vert="horz" wrap="square" lIns="0" tIns="12700" rIns="0" bIns="0" rtlCol="0">
                <a:spAutoFit/>
              </a:bodyPr>
              <a:lstStyle/>
              <a:p>
                <a:pPr marL="12700" marR="0" lvl="0" indent="0" defTabSz="914400" eaLnBrk="1" fontAlgn="auto" latinLnBrk="0" hangingPunct="1">
                  <a:lnSpc>
                    <a:spcPts val="1345"/>
                  </a:lnSpc>
                  <a:spcBef>
                    <a:spcPts val="1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Arial MT"/>
                    <a:cs typeface="Arial MT"/>
                  </a:rPr>
                  <a:t>Choose Guaranteed or Smart Hold, see clear price breakdown and policy, confirm with saved payment; pre‑auth status shown inline with friendly error recovery.</a:t>
                </a:r>
                <a:endParaRPr kumimoji="0" sz="1200" b="0" i="0" u="none" strike="noStrike" kern="0" cap="none" spc="0" normalizeH="0" baseline="0" noProof="0" dirty="0">
                  <a:ln>
                    <a:noFill/>
                  </a:ln>
                  <a:solidFill>
                    <a:sysClr val="windowText" lastClr="000000"/>
                  </a:solidFill>
                  <a:effectLst/>
                  <a:uLnTx/>
                  <a:uFillTx/>
                  <a:latin typeface="Arial MT"/>
                  <a:cs typeface="Arial MT"/>
                </a:endParaRPr>
              </a:p>
            </p:txBody>
          </p:sp>
          <p:grpSp>
            <p:nvGrpSpPr>
              <p:cNvPr id="59" name="object 15">
                <a:extLst>
                  <a:ext uri="{FF2B5EF4-FFF2-40B4-BE49-F238E27FC236}">
                    <a16:creationId xmlns:a16="http://schemas.microsoft.com/office/drawing/2014/main" id="{3142FB2B-DABA-867E-3C56-0B2FFE08A877}"/>
                  </a:ext>
                </a:extLst>
              </p:cNvPr>
              <p:cNvGrpSpPr/>
              <p:nvPr/>
            </p:nvGrpSpPr>
            <p:grpSpPr>
              <a:xfrm>
                <a:off x="299008" y="1924811"/>
                <a:ext cx="2155190" cy="544195"/>
                <a:chOff x="299008" y="1924811"/>
                <a:chExt cx="2155190" cy="544195"/>
              </a:xfrm>
            </p:grpSpPr>
            <p:sp>
              <p:nvSpPr>
                <p:cNvPr id="94" name="object 16">
                  <a:extLst>
                    <a:ext uri="{FF2B5EF4-FFF2-40B4-BE49-F238E27FC236}">
                      <a16:creationId xmlns:a16="http://schemas.microsoft.com/office/drawing/2014/main" id="{DC091DF1-B55F-AEFB-4D95-86E5BBF21D34}"/>
                    </a:ext>
                  </a:extLst>
                </p:cNvPr>
                <p:cNvSpPr/>
                <p:nvPr/>
              </p:nvSpPr>
              <p:spPr>
                <a:xfrm>
                  <a:off x="311708" y="1937511"/>
                  <a:ext cx="2129790" cy="518795"/>
                </a:xfrm>
                <a:custGeom>
                  <a:avLst/>
                  <a:gdLst/>
                  <a:ahLst/>
                  <a:cxnLst/>
                  <a:rect l="l" t="t" r="r" b="b"/>
                  <a:pathLst>
                    <a:path w="2129790" h="518794">
                      <a:moveTo>
                        <a:pt x="2042998" y="0"/>
                      </a:moveTo>
                      <a:lnTo>
                        <a:pt x="86372" y="0"/>
                      </a:lnTo>
                      <a:lnTo>
                        <a:pt x="52747" y="6798"/>
                      </a:lnTo>
                      <a:lnTo>
                        <a:pt x="25293" y="25336"/>
                      </a:lnTo>
                      <a:lnTo>
                        <a:pt x="6785" y="52828"/>
                      </a:lnTo>
                      <a:lnTo>
                        <a:pt x="0" y="86487"/>
                      </a:lnTo>
                      <a:lnTo>
                        <a:pt x="0" y="431926"/>
                      </a:lnTo>
                      <a:lnTo>
                        <a:pt x="6785" y="465512"/>
                      </a:lnTo>
                      <a:lnTo>
                        <a:pt x="25293" y="492966"/>
                      </a:lnTo>
                      <a:lnTo>
                        <a:pt x="52747" y="511490"/>
                      </a:lnTo>
                      <a:lnTo>
                        <a:pt x="86372" y="518287"/>
                      </a:lnTo>
                      <a:lnTo>
                        <a:pt x="2042998" y="518287"/>
                      </a:lnTo>
                      <a:lnTo>
                        <a:pt x="2076583" y="511490"/>
                      </a:lnTo>
                      <a:lnTo>
                        <a:pt x="2104037" y="492966"/>
                      </a:lnTo>
                      <a:lnTo>
                        <a:pt x="2122561" y="465512"/>
                      </a:lnTo>
                      <a:lnTo>
                        <a:pt x="2129358" y="431926"/>
                      </a:lnTo>
                      <a:lnTo>
                        <a:pt x="2129358" y="86487"/>
                      </a:lnTo>
                      <a:lnTo>
                        <a:pt x="2122561" y="52828"/>
                      </a:lnTo>
                      <a:lnTo>
                        <a:pt x="2104037" y="25336"/>
                      </a:lnTo>
                      <a:lnTo>
                        <a:pt x="2076583" y="6798"/>
                      </a:lnTo>
                      <a:lnTo>
                        <a:pt x="2042998" y="0"/>
                      </a:lnTo>
                      <a:close/>
                    </a:path>
                  </a:pathLst>
                </a:custGeom>
                <a:solidFill>
                  <a:srgbClr val="B80A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5" name="object 17">
                  <a:extLst>
                    <a:ext uri="{FF2B5EF4-FFF2-40B4-BE49-F238E27FC236}">
                      <a16:creationId xmlns:a16="http://schemas.microsoft.com/office/drawing/2014/main" id="{B4925A22-73E2-BBDD-AF5E-00CBC26ED5FA}"/>
                    </a:ext>
                  </a:extLst>
                </p:cNvPr>
                <p:cNvSpPr/>
                <p:nvPr/>
              </p:nvSpPr>
              <p:spPr>
                <a:xfrm>
                  <a:off x="311708" y="1937511"/>
                  <a:ext cx="2129790" cy="518795"/>
                </a:xfrm>
                <a:custGeom>
                  <a:avLst/>
                  <a:gdLst/>
                  <a:ahLst/>
                  <a:cxnLst/>
                  <a:rect l="l" t="t" r="r" b="b"/>
                  <a:pathLst>
                    <a:path w="2129790" h="518794">
                      <a:moveTo>
                        <a:pt x="0" y="86487"/>
                      </a:moveTo>
                      <a:lnTo>
                        <a:pt x="6785" y="52828"/>
                      </a:lnTo>
                      <a:lnTo>
                        <a:pt x="25293" y="25336"/>
                      </a:lnTo>
                      <a:lnTo>
                        <a:pt x="52747" y="6798"/>
                      </a:lnTo>
                      <a:lnTo>
                        <a:pt x="86372" y="0"/>
                      </a:lnTo>
                      <a:lnTo>
                        <a:pt x="2042998" y="0"/>
                      </a:lnTo>
                      <a:lnTo>
                        <a:pt x="2076583" y="6798"/>
                      </a:lnTo>
                      <a:lnTo>
                        <a:pt x="2104037" y="25336"/>
                      </a:lnTo>
                      <a:lnTo>
                        <a:pt x="2122561" y="52828"/>
                      </a:lnTo>
                      <a:lnTo>
                        <a:pt x="2129358" y="86487"/>
                      </a:lnTo>
                      <a:lnTo>
                        <a:pt x="2129358" y="431926"/>
                      </a:lnTo>
                      <a:lnTo>
                        <a:pt x="2122561" y="465512"/>
                      </a:lnTo>
                      <a:lnTo>
                        <a:pt x="2104037" y="492966"/>
                      </a:lnTo>
                      <a:lnTo>
                        <a:pt x="2076583" y="511490"/>
                      </a:lnTo>
                      <a:lnTo>
                        <a:pt x="2042998" y="518287"/>
                      </a:lnTo>
                      <a:lnTo>
                        <a:pt x="86372" y="518287"/>
                      </a:lnTo>
                      <a:lnTo>
                        <a:pt x="52747" y="511490"/>
                      </a:lnTo>
                      <a:lnTo>
                        <a:pt x="25293" y="492966"/>
                      </a:lnTo>
                      <a:lnTo>
                        <a:pt x="6785" y="465512"/>
                      </a:lnTo>
                      <a:lnTo>
                        <a:pt x="0" y="431926"/>
                      </a:lnTo>
                      <a:lnTo>
                        <a:pt x="0" y="86487"/>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60" name="object 18">
                <a:extLst>
                  <a:ext uri="{FF2B5EF4-FFF2-40B4-BE49-F238E27FC236}">
                    <a16:creationId xmlns:a16="http://schemas.microsoft.com/office/drawing/2014/main" id="{E9A195AE-65E1-2E46-E4C7-215AB3172827}"/>
                  </a:ext>
                </a:extLst>
              </p:cNvPr>
              <p:cNvSpPr txBox="1"/>
              <p:nvPr/>
            </p:nvSpPr>
            <p:spPr>
              <a:xfrm>
                <a:off x="323557" y="1948453"/>
                <a:ext cx="2085263" cy="444352"/>
              </a:xfrm>
              <a:prstGeom prst="rect">
                <a:avLst/>
              </a:prstGeom>
            </p:spPr>
            <p:txBody>
              <a:bodyPr vert="horz" wrap="square" lIns="0" tIns="53975" rIns="0" bIns="0" rtlCol="0">
                <a:spAutoFit/>
              </a:bodyPr>
              <a:lstStyle/>
              <a:p>
                <a:pPr marL="635" marR="0" lvl="0" indent="0" algn="ctr" defTabSz="914400" eaLnBrk="1" fontAlgn="auto" latinLnBrk="0" hangingPunct="1">
                  <a:lnSpc>
                    <a:spcPct val="100000"/>
                  </a:lnSpc>
                  <a:spcBef>
                    <a:spcPts val="425"/>
                  </a:spcBef>
                  <a:spcAft>
                    <a:spcPts val="0"/>
                  </a:spcAft>
                  <a:buClrTx/>
                  <a:buSzTx/>
                  <a:buFontTx/>
                  <a:buNone/>
                  <a:tabLst/>
                  <a:defRPr/>
                </a:pPr>
                <a:r>
                  <a:rPr kumimoji="0" lang="en-US" sz="1050" b="1" i="0" u="none" strike="noStrike" kern="0" cap="none" spc="0" normalizeH="0" baseline="0" noProof="0" dirty="0">
                    <a:ln>
                      <a:noFill/>
                    </a:ln>
                    <a:solidFill>
                      <a:srgbClr val="FFFFFF"/>
                    </a:solidFill>
                    <a:effectLst/>
                    <a:uLnTx/>
                    <a:uFillTx/>
                    <a:latin typeface="Arial"/>
                    <a:cs typeface="Arial"/>
                  </a:rPr>
                  <a:t>“One‑Tap Booking &amp; Payments”</a:t>
                </a:r>
              </a:p>
              <a:p>
                <a:pPr marL="635" marR="0" lvl="0" indent="0" algn="ctr" defTabSz="914400" eaLnBrk="1" fontAlgn="auto" latinLnBrk="0" hangingPunct="1">
                  <a:lnSpc>
                    <a:spcPct val="100000"/>
                  </a:lnSpc>
                  <a:spcBef>
                    <a:spcPts val="425"/>
                  </a:spcBef>
                  <a:spcAft>
                    <a:spcPts val="0"/>
                  </a:spcAft>
                  <a:buClrTx/>
                  <a:buSzTx/>
                  <a:buFontTx/>
                  <a:buNone/>
                  <a:tabLst/>
                  <a:defRPr/>
                </a:pPr>
                <a:r>
                  <a:rPr kumimoji="0" lang="en-US" sz="1050" i="0" u="none" strike="noStrike" kern="0" cap="none" spc="0" normalizeH="0" baseline="0" noProof="0" dirty="0">
                    <a:ln>
                      <a:noFill/>
                    </a:ln>
                    <a:solidFill>
                      <a:srgbClr val="FFFFFF"/>
                    </a:solidFill>
                    <a:effectLst/>
                    <a:uLnTx/>
                    <a:uFillTx/>
                    <a:latin typeface="Arial"/>
                    <a:cs typeface="Arial"/>
                  </a:rPr>
                  <a:t>Hold → confirm</a:t>
                </a:r>
                <a:endParaRPr kumimoji="0" sz="1000" i="0" u="none" strike="noStrike" kern="0" cap="none" spc="0" normalizeH="0" baseline="0" noProof="0" dirty="0">
                  <a:ln>
                    <a:noFill/>
                  </a:ln>
                  <a:solidFill>
                    <a:sysClr val="windowText" lastClr="000000"/>
                  </a:solidFill>
                  <a:effectLst/>
                  <a:uLnTx/>
                  <a:uFillTx/>
                  <a:latin typeface="Arial MT"/>
                  <a:cs typeface="Arial MT"/>
                </a:endParaRPr>
              </a:p>
            </p:txBody>
          </p:sp>
          <p:grpSp>
            <p:nvGrpSpPr>
              <p:cNvPr id="61" name="object 19">
                <a:extLst>
                  <a:ext uri="{FF2B5EF4-FFF2-40B4-BE49-F238E27FC236}">
                    <a16:creationId xmlns:a16="http://schemas.microsoft.com/office/drawing/2014/main" id="{5B9A01CD-3F43-8BA7-0008-72E615186BE1}"/>
                  </a:ext>
                </a:extLst>
              </p:cNvPr>
              <p:cNvGrpSpPr/>
              <p:nvPr/>
            </p:nvGrpSpPr>
            <p:grpSpPr>
              <a:xfrm>
                <a:off x="2410841" y="2471167"/>
                <a:ext cx="6327140" cy="653896"/>
                <a:chOff x="2410841" y="2471166"/>
                <a:chExt cx="6327140" cy="673735"/>
              </a:xfrm>
            </p:grpSpPr>
            <p:sp>
              <p:nvSpPr>
                <p:cNvPr id="92" name="object 20">
                  <a:extLst>
                    <a:ext uri="{FF2B5EF4-FFF2-40B4-BE49-F238E27FC236}">
                      <a16:creationId xmlns:a16="http://schemas.microsoft.com/office/drawing/2014/main" id="{3A8630B9-F216-5960-79BE-6DA0A1216332}"/>
                    </a:ext>
                  </a:extLst>
                </p:cNvPr>
                <p:cNvSpPr/>
                <p:nvPr/>
              </p:nvSpPr>
              <p:spPr>
                <a:xfrm>
                  <a:off x="2423541" y="2483866"/>
                  <a:ext cx="6301740" cy="648335"/>
                </a:xfrm>
                <a:custGeom>
                  <a:avLst/>
                  <a:gdLst/>
                  <a:ahLst/>
                  <a:cxnLst/>
                  <a:rect l="l" t="t" r="r" b="b"/>
                  <a:pathLst>
                    <a:path w="6301740" h="648335">
                      <a:moveTo>
                        <a:pt x="6193408" y="0"/>
                      </a:moveTo>
                      <a:lnTo>
                        <a:pt x="0" y="0"/>
                      </a:lnTo>
                      <a:lnTo>
                        <a:pt x="0" y="647953"/>
                      </a:lnTo>
                      <a:lnTo>
                        <a:pt x="6193408" y="647953"/>
                      </a:lnTo>
                      <a:lnTo>
                        <a:pt x="6235404" y="639460"/>
                      </a:lnTo>
                      <a:lnTo>
                        <a:pt x="6269720" y="616299"/>
                      </a:lnTo>
                      <a:lnTo>
                        <a:pt x="6292867" y="581945"/>
                      </a:lnTo>
                      <a:lnTo>
                        <a:pt x="6301358" y="539876"/>
                      </a:lnTo>
                      <a:lnTo>
                        <a:pt x="6301358" y="107950"/>
                      </a:lnTo>
                      <a:lnTo>
                        <a:pt x="6292867" y="65901"/>
                      </a:lnTo>
                      <a:lnTo>
                        <a:pt x="6269720" y="31591"/>
                      </a:lnTo>
                      <a:lnTo>
                        <a:pt x="6235404" y="8473"/>
                      </a:lnTo>
                      <a:lnTo>
                        <a:pt x="6193408" y="0"/>
                      </a:lnTo>
                      <a:close/>
                    </a:path>
                  </a:pathLst>
                </a:custGeom>
                <a:solidFill>
                  <a:srgbClr val="FFEDD9">
                    <a:alpha val="90194"/>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93" name="object 21">
                  <a:extLst>
                    <a:ext uri="{FF2B5EF4-FFF2-40B4-BE49-F238E27FC236}">
                      <a16:creationId xmlns:a16="http://schemas.microsoft.com/office/drawing/2014/main" id="{326E2456-93CC-EECF-CE82-8A5FC1FA18E1}"/>
                    </a:ext>
                  </a:extLst>
                </p:cNvPr>
                <p:cNvSpPr/>
                <p:nvPr/>
              </p:nvSpPr>
              <p:spPr>
                <a:xfrm>
                  <a:off x="2423541" y="2483866"/>
                  <a:ext cx="6301740" cy="648335"/>
                </a:xfrm>
                <a:custGeom>
                  <a:avLst/>
                  <a:gdLst/>
                  <a:ahLst/>
                  <a:cxnLst/>
                  <a:rect l="l" t="t" r="r" b="b"/>
                  <a:pathLst>
                    <a:path w="6301740" h="648335">
                      <a:moveTo>
                        <a:pt x="6301358" y="107950"/>
                      </a:moveTo>
                      <a:lnTo>
                        <a:pt x="6301358" y="539876"/>
                      </a:lnTo>
                      <a:lnTo>
                        <a:pt x="6292867" y="581945"/>
                      </a:lnTo>
                      <a:lnTo>
                        <a:pt x="6269720" y="616299"/>
                      </a:lnTo>
                      <a:lnTo>
                        <a:pt x="6235404" y="639460"/>
                      </a:lnTo>
                      <a:lnTo>
                        <a:pt x="6193408" y="647953"/>
                      </a:lnTo>
                      <a:lnTo>
                        <a:pt x="0" y="647953"/>
                      </a:lnTo>
                      <a:lnTo>
                        <a:pt x="0" y="0"/>
                      </a:lnTo>
                      <a:lnTo>
                        <a:pt x="6193408" y="0"/>
                      </a:lnTo>
                      <a:lnTo>
                        <a:pt x="6235404" y="8473"/>
                      </a:lnTo>
                      <a:lnTo>
                        <a:pt x="6269720" y="31591"/>
                      </a:lnTo>
                      <a:lnTo>
                        <a:pt x="6292867" y="65901"/>
                      </a:lnTo>
                      <a:lnTo>
                        <a:pt x="6301358" y="107950"/>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62" name="object 22">
                <a:extLst>
                  <a:ext uri="{FF2B5EF4-FFF2-40B4-BE49-F238E27FC236}">
                    <a16:creationId xmlns:a16="http://schemas.microsoft.com/office/drawing/2014/main" id="{0198DEEC-FD04-C6A9-F5C9-3694235F8330}"/>
                  </a:ext>
                </a:extLst>
              </p:cNvPr>
              <p:cNvSpPr txBox="1"/>
              <p:nvPr/>
            </p:nvSpPr>
            <p:spPr>
              <a:xfrm>
                <a:off x="2820733" y="2617249"/>
                <a:ext cx="5507355" cy="371897"/>
              </a:xfrm>
              <a:prstGeom prst="rect">
                <a:avLst/>
              </a:prstGeom>
            </p:spPr>
            <p:txBody>
              <a:bodyPr vert="horz" wrap="square" lIns="0" tIns="38100" rIns="0" bIns="0" rtlCol="0">
                <a:spAutoFit/>
              </a:bodyPr>
              <a:lstStyle/>
              <a:p>
                <a:pPr marL="169545" marR="5080" indent="-157480">
                  <a:lnSpc>
                    <a:spcPts val="1250"/>
                  </a:lnSpc>
                  <a:spcBef>
                    <a:spcPts val="300"/>
                  </a:spcBef>
                  <a:buClrTx/>
                  <a:defRPr/>
                </a:pPr>
                <a:r>
                  <a:rPr lang="en-US" sz="1200" spc="-10" dirty="0">
                    <a:solidFill>
                      <a:sysClr val="windowText" lastClr="000000"/>
                    </a:solidFill>
                  </a:rPr>
                  <a:t>Onboard locations/stalls, set pricing/blackouts, monitor live sessions and bookings, and view utilization/revenue basics; changes reflect quickly in customer search.</a:t>
                </a:r>
              </a:p>
            </p:txBody>
          </p:sp>
          <p:grpSp>
            <p:nvGrpSpPr>
              <p:cNvPr id="63" name="object 23">
                <a:extLst>
                  <a:ext uri="{FF2B5EF4-FFF2-40B4-BE49-F238E27FC236}">
                    <a16:creationId xmlns:a16="http://schemas.microsoft.com/office/drawing/2014/main" id="{BA5688D6-F0A2-622C-DC3F-CB9F1F66BE76}"/>
                  </a:ext>
                </a:extLst>
              </p:cNvPr>
              <p:cNvGrpSpPr/>
              <p:nvPr/>
            </p:nvGrpSpPr>
            <p:grpSpPr>
              <a:xfrm>
                <a:off x="299008" y="2533904"/>
                <a:ext cx="2136775" cy="543560"/>
                <a:chOff x="299008" y="2533904"/>
                <a:chExt cx="2136775" cy="543560"/>
              </a:xfrm>
            </p:grpSpPr>
            <p:sp>
              <p:nvSpPr>
                <p:cNvPr id="90" name="object 24">
                  <a:extLst>
                    <a:ext uri="{FF2B5EF4-FFF2-40B4-BE49-F238E27FC236}">
                      <a16:creationId xmlns:a16="http://schemas.microsoft.com/office/drawing/2014/main" id="{88C75241-FBE1-B87D-1AC2-7457104EC6F8}"/>
                    </a:ext>
                  </a:extLst>
                </p:cNvPr>
                <p:cNvSpPr/>
                <p:nvPr/>
              </p:nvSpPr>
              <p:spPr>
                <a:xfrm>
                  <a:off x="311708" y="2546604"/>
                  <a:ext cx="2111375" cy="518159"/>
                </a:xfrm>
                <a:custGeom>
                  <a:avLst/>
                  <a:gdLst/>
                  <a:ahLst/>
                  <a:cxnLst/>
                  <a:rect l="l" t="t" r="r" b="b"/>
                  <a:pathLst>
                    <a:path w="2111375" h="518160">
                      <a:moveTo>
                        <a:pt x="2024583" y="0"/>
                      </a:moveTo>
                      <a:lnTo>
                        <a:pt x="86372" y="0"/>
                      </a:lnTo>
                      <a:lnTo>
                        <a:pt x="52747" y="6778"/>
                      </a:lnTo>
                      <a:lnTo>
                        <a:pt x="25293" y="25272"/>
                      </a:lnTo>
                      <a:lnTo>
                        <a:pt x="6785" y="52720"/>
                      </a:lnTo>
                      <a:lnTo>
                        <a:pt x="0" y="86359"/>
                      </a:lnTo>
                      <a:lnTo>
                        <a:pt x="0" y="431800"/>
                      </a:lnTo>
                      <a:lnTo>
                        <a:pt x="6785" y="465439"/>
                      </a:lnTo>
                      <a:lnTo>
                        <a:pt x="25293" y="492887"/>
                      </a:lnTo>
                      <a:lnTo>
                        <a:pt x="52747" y="511381"/>
                      </a:lnTo>
                      <a:lnTo>
                        <a:pt x="86372" y="518159"/>
                      </a:lnTo>
                      <a:lnTo>
                        <a:pt x="2024583" y="518159"/>
                      </a:lnTo>
                      <a:lnTo>
                        <a:pt x="2058222" y="511381"/>
                      </a:lnTo>
                      <a:lnTo>
                        <a:pt x="2085670" y="492887"/>
                      </a:lnTo>
                      <a:lnTo>
                        <a:pt x="2104164" y="465439"/>
                      </a:lnTo>
                      <a:lnTo>
                        <a:pt x="2110943" y="431800"/>
                      </a:lnTo>
                      <a:lnTo>
                        <a:pt x="2110943" y="86359"/>
                      </a:lnTo>
                      <a:lnTo>
                        <a:pt x="2104164" y="52720"/>
                      </a:lnTo>
                      <a:lnTo>
                        <a:pt x="2085670" y="25272"/>
                      </a:lnTo>
                      <a:lnTo>
                        <a:pt x="2058222" y="6778"/>
                      </a:lnTo>
                      <a:lnTo>
                        <a:pt x="2024583" y="0"/>
                      </a:lnTo>
                      <a:close/>
                    </a:path>
                  </a:pathLst>
                </a:custGeom>
                <a:solidFill>
                  <a:srgbClr val="AF095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1" name="object 25">
                  <a:extLst>
                    <a:ext uri="{FF2B5EF4-FFF2-40B4-BE49-F238E27FC236}">
                      <a16:creationId xmlns:a16="http://schemas.microsoft.com/office/drawing/2014/main" id="{AA6A0F4F-28F8-021E-E8E4-38A2697C8C9B}"/>
                    </a:ext>
                  </a:extLst>
                </p:cNvPr>
                <p:cNvSpPr/>
                <p:nvPr/>
              </p:nvSpPr>
              <p:spPr>
                <a:xfrm>
                  <a:off x="311708" y="2546604"/>
                  <a:ext cx="2111375" cy="518159"/>
                </a:xfrm>
                <a:custGeom>
                  <a:avLst/>
                  <a:gdLst/>
                  <a:ahLst/>
                  <a:cxnLst/>
                  <a:rect l="l" t="t" r="r" b="b"/>
                  <a:pathLst>
                    <a:path w="2111375" h="518160">
                      <a:moveTo>
                        <a:pt x="0" y="86359"/>
                      </a:moveTo>
                      <a:lnTo>
                        <a:pt x="6785" y="52720"/>
                      </a:lnTo>
                      <a:lnTo>
                        <a:pt x="25293" y="25272"/>
                      </a:lnTo>
                      <a:lnTo>
                        <a:pt x="52747" y="6778"/>
                      </a:lnTo>
                      <a:lnTo>
                        <a:pt x="86372" y="0"/>
                      </a:lnTo>
                      <a:lnTo>
                        <a:pt x="2024583" y="0"/>
                      </a:lnTo>
                      <a:lnTo>
                        <a:pt x="2058222" y="6778"/>
                      </a:lnTo>
                      <a:lnTo>
                        <a:pt x="2085670" y="25272"/>
                      </a:lnTo>
                      <a:lnTo>
                        <a:pt x="2104164" y="52720"/>
                      </a:lnTo>
                      <a:lnTo>
                        <a:pt x="2110943" y="86359"/>
                      </a:lnTo>
                      <a:lnTo>
                        <a:pt x="2110943" y="431800"/>
                      </a:lnTo>
                      <a:lnTo>
                        <a:pt x="2104164" y="465439"/>
                      </a:lnTo>
                      <a:lnTo>
                        <a:pt x="2085670" y="492887"/>
                      </a:lnTo>
                      <a:lnTo>
                        <a:pt x="2058222" y="511381"/>
                      </a:lnTo>
                      <a:lnTo>
                        <a:pt x="2024583" y="518159"/>
                      </a:lnTo>
                      <a:lnTo>
                        <a:pt x="86372" y="518159"/>
                      </a:lnTo>
                      <a:lnTo>
                        <a:pt x="52747" y="511381"/>
                      </a:lnTo>
                      <a:lnTo>
                        <a:pt x="25293" y="492887"/>
                      </a:lnTo>
                      <a:lnTo>
                        <a:pt x="6785" y="465439"/>
                      </a:lnTo>
                      <a:lnTo>
                        <a:pt x="0" y="431800"/>
                      </a:lnTo>
                      <a:lnTo>
                        <a:pt x="0" y="86359"/>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64" name="object 27">
                <a:extLst>
                  <a:ext uri="{FF2B5EF4-FFF2-40B4-BE49-F238E27FC236}">
                    <a16:creationId xmlns:a16="http://schemas.microsoft.com/office/drawing/2014/main" id="{C2EDB652-98CE-40D0-5D84-37E56D35B639}"/>
                  </a:ext>
                </a:extLst>
              </p:cNvPr>
              <p:cNvGrpSpPr/>
              <p:nvPr/>
            </p:nvGrpSpPr>
            <p:grpSpPr>
              <a:xfrm>
                <a:off x="2428367" y="3189985"/>
                <a:ext cx="6309360" cy="449580"/>
                <a:chOff x="2428367" y="3189985"/>
                <a:chExt cx="6309360" cy="449580"/>
              </a:xfrm>
            </p:grpSpPr>
            <p:sp>
              <p:nvSpPr>
                <p:cNvPr id="88" name="object 28">
                  <a:extLst>
                    <a:ext uri="{FF2B5EF4-FFF2-40B4-BE49-F238E27FC236}">
                      <a16:creationId xmlns:a16="http://schemas.microsoft.com/office/drawing/2014/main" id="{D3F6BFF2-2C4B-4BA9-E935-D66970452B5C}"/>
                    </a:ext>
                  </a:extLst>
                </p:cNvPr>
                <p:cNvSpPr/>
                <p:nvPr/>
              </p:nvSpPr>
              <p:spPr>
                <a:xfrm>
                  <a:off x="2441067" y="3202685"/>
                  <a:ext cx="6283960" cy="424180"/>
                </a:xfrm>
                <a:custGeom>
                  <a:avLst/>
                  <a:gdLst/>
                  <a:ahLst/>
                  <a:cxnLst/>
                  <a:rect l="l" t="t" r="r" b="b"/>
                  <a:pathLst>
                    <a:path w="6283959" h="424179">
                      <a:moveTo>
                        <a:pt x="6213093" y="0"/>
                      </a:moveTo>
                      <a:lnTo>
                        <a:pt x="0" y="0"/>
                      </a:lnTo>
                      <a:lnTo>
                        <a:pt x="0" y="424052"/>
                      </a:lnTo>
                      <a:lnTo>
                        <a:pt x="6213093" y="424052"/>
                      </a:lnTo>
                      <a:lnTo>
                        <a:pt x="6240649" y="418500"/>
                      </a:lnTo>
                      <a:lnTo>
                        <a:pt x="6263131" y="403351"/>
                      </a:lnTo>
                      <a:lnTo>
                        <a:pt x="6278280" y="380869"/>
                      </a:lnTo>
                      <a:lnTo>
                        <a:pt x="6283833" y="353313"/>
                      </a:lnTo>
                      <a:lnTo>
                        <a:pt x="6283833" y="70612"/>
                      </a:lnTo>
                      <a:lnTo>
                        <a:pt x="6278280" y="43130"/>
                      </a:lnTo>
                      <a:lnTo>
                        <a:pt x="6263132" y="20685"/>
                      </a:lnTo>
                      <a:lnTo>
                        <a:pt x="6240649" y="5550"/>
                      </a:lnTo>
                      <a:lnTo>
                        <a:pt x="6213093" y="0"/>
                      </a:lnTo>
                      <a:close/>
                    </a:path>
                  </a:pathLst>
                </a:custGeom>
                <a:solidFill>
                  <a:srgbClr val="FFEDD9">
                    <a:alpha val="90194"/>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9" name="object 29">
                  <a:extLst>
                    <a:ext uri="{FF2B5EF4-FFF2-40B4-BE49-F238E27FC236}">
                      <a16:creationId xmlns:a16="http://schemas.microsoft.com/office/drawing/2014/main" id="{8D0616D4-27B1-3B44-9E1C-76ACC0616FAB}"/>
                    </a:ext>
                  </a:extLst>
                </p:cNvPr>
                <p:cNvSpPr/>
                <p:nvPr/>
              </p:nvSpPr>
              <p:spPr>
                <a:xfrm>
                  <a:off x="2441067" y="3202685"/>
                  <a:ext cx="6283960" cy="424180"/>
                </a:xfrm>
                <a:custGeom>
                  <a:avLst/>
                  <a:gdLst/>
                  <a:ahLst/>
                  <a:cxnLst/>
                  <a:rect l="l" t="t" r="r" b="b"/>
                  <a:pathLst>
                    <a:path w="6283959" h="424179">
                      <a:moveTo>
                        <a:pt x="6283833" y="70612"/>
                      </a:moveTo>
                      <a:lnTo>
                        <a:pt x="6283833" y="353313"/>
                      </a:lnTo>
                      <a:lnTo>
                        <a:pt x="6278280" y="380869"/>
                      </a:lnTo>
                      <a:lnTo>
                        <a:pt x="6263131" y="403351"/>
                      </a:lnTo>
                      <a:lnTo>
                        <a:pt x="6240649" y="418500"/>
                      </a:lnTo>
                      <a:lnTo>
                        <a:pt x="6213093" y="424052"/>
                      </a:lnTo>
                      <a:lnTo>
                        <a:pt x="0" y="424052"/>
                      </a:lnTo>
                      <a:lnTo>
                        <a:pt x="0" y="0"/>
                      </a:lnTo>
                      <a:lnTo>
                        <a:pt x="6213093" y="0"/>
                      </a:lnTo>
                      <a:lnTo>
                        <a:pt x="6240649" y="5550"/>
                      </a:lnTo>
                      <a:lnTo>
                        <a:pt x="6263132" y="20685"/>
                      </a:lnTo>
                      <a:lnTo>
                        <a:pt x="6278280" y="43130"/>
                      </a:lnTo>
                      <a:lnTo>
                        <a:pt x="6283833" y="70612"/>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65" name="object 30">
                <a:extLst>
                  <a:ext uri="{FF2B5EF4-FFF2-40B4-BE49-F238E27FC236}">
                    <a16:creationId xmlns:a16="http://schemas.microsoft.com/office/drawing/2014/main" id="{FE9CEA81-A692-6ED2-6A87-175666F7782E}"/>
                  </a:ext>
                </a:extLst>
              </p:cNvPr>
              <p:cNvSpPr txBox="1"/>
              <p:nvPr/>
            </p:nvSpPr>
            <p:spPr>
              <a:xfrm>
                <a:off x="2844164" y="3217895"/>
                <a:ext cx="5570044" cy="371897"/>
              </a:xfrm>
              <a:prstGeom prst="rect">
                <a:avLst/>
              </a:prstGeom>
            </p:spPr>
            <p:txBody>
              <a:bodyPr vert="horz" wrap="square" lIns="0" tIns="38100" rIns="0" bIns="0" rtlCol="0">
                <a:spAutoFit/>
              </a:bodyPr>
              <a:lstStyle/>
              <a:p>
                <a:pPr marL="326390" marR="5080" lvl="0" indent="-314325" defTabSz="914400" eaLnBrk="1" fontAlgn="auto" latinLnBrk="0" hangingPunct="1">
                  <a:lnSpc>
                    <a:spcPts val="1250"/>
                  </a:lnSpc>
                  <a:spcBef>
                    <a:spcPts val="3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Arial MT"/>
                    <a:cs typeface="Arial MT"/>
                  </a:rPr>
                  <a:t>Live timer, extend stay, cost estimator, gentle overstay/grace alerts; end session to auto capture/refund and receive an itemized receipt instantly.</a:t>
                </a:r>
                <a:endParaRPr kumimoji="0" sz="1200" b="0" i="0" u="none" strike="noStrike" kern="0" cap="none" spc="0" normalizeH="0" baseline="0" noProof="0" dirty="0">
                  <a:ln>
                    <a:noFill/>
                  </a:ln>
                  <a:solidFill>
                    <a:sysClr val="windowText" lastClr="000000"/>
                  </a:solidFill>
                  <a:effectLst/>
                  <a:uLnTx/>
                  <a:uFillTx/>
                  <a:latin typeface="Arial MT"/>
                  <a:cs typeface="Arial MT"/>
                </a:endParaRPr>
              </a:p>
            </p:txBody>
          </p:sp>
          <p:grpSp>
            <p:nvGrpSpPr>
              <p:cNvPr id="66" name="object 31">
                <a:extLst>
                  <a:ext uri="{FF2B5EF4-FFF2-40B4-BE49-F238E27FC236}">
                    <a16:creationId xmlns:a16="http://schemas.microsoft.com/office/drawing/2014/main" id="{FC28031A-87EB-16DA-A948-989CA64E1AE7}"/>
                  </a:ext>
                </a:extLst>
              </p:cNvPr>
              <p:cNvGrpSpPr/>
              <p:nvPr/>
            </p:nvGrpSpPr>
            <p:grpSpPr>
              <a:xfrm>
                <a:off x="299008" y="3142869"/>
                <a:ext cx="2155190" cy="544195"/>
                <a:chOff x="299008" y="3142869"/>
                <a:chExt cx="2155190" cy="544195"/>
              </a:xfrm>
            </p:grpSpPr>
            <p:sp>
              <p:nvSpPr>
                <p:cNvPr id="86" name="object 32">
                  <a:extLst>
                    <a:ext uri="{FF2B5EF4-FFF2-40B4-BE49-F238E27FC236}">
                      <a16:creationId xmlns:a16="http://schemas.microsoft.com/office/drawing/2014/main" id="{C45E691A-6436-1F00-A16D-0B8EEA83FFC1}"/>
                    </a:ext>
                  </a:extLst>
                </p:cNvPr>
                <p:cNvSpPr/>
                <p:nvPr/>
              </p:nvSpPr>
              <p:spPr>
                <a:xfrm>
                  <a:off x="311708" y="3155569"/>
                  <a:ext cx="2129790" cy="518795"/>
                </a:xfrm>
                <a:custGeom>
                  <a:avLst/>
                  <a:gdLst/>
                  <a:ahLst/>
                  <a:cxnLst/>
                  <a:rect l="l" t="t" r="r" b="b"/>
                  <a:pathLst>
                    <a:path w="2129790" h="518795">
                      <a:moveTo>
                        <a:pt x="2042998" y="0"/>
                      </a:moveTo>
                      <a:lnTo>
                        <a:pt x="86372" y="0"/>
                      </a:lnTo>
                      <a:lnTo>
                        <a:pt x="52747" y="6796"/>
                      </a:lnTo>
                      <a:lnTo>
                        <a:pt x="25293" y="25320"/>
                      </a:lnTo>
                      <a:lnTo>
                        <a:pt x="6785" y="52774"/>
                      </a:lnTo>
                      <a:lnTo>
                        <a:pt x="0" y="86360"/>
                      </a:lnTo>
                      <a:lnTo>
                        <a:pt x="0" y="431927"/>
                      </a:lnTo>
                      <a:lnTo>
                        <a:pt x="6785" y="465512"/>
                      </a:lnTo>
                      <a:lnTo>
                        <a:pt x="25293" y="492966"/>
                      </a:lnTo>
                      <a:lnTo>
                        <a:pt x="52747" y="511490"/>
                      </a:lnTo>
                      <a:lnTo>
                        <a:pt x="86372" y="518287"/>
                      </a:lnTo>
                      <a:lnTo>
                        <a:pt x="2042998" y="518287"/>
                      </a:lnTo>
                      <a:lnTo>
                        <a:pt x="2076583" y="511490"/>
                      </a:lnTo>
                      <a:lnTo>
                        <a:pt x="2104037" y="492966"/>
                      </a:lnTo>
                      <a:lnTo>
                        <a:pt x="2122561" y="465512"/>
                      </a:lnTo>
                      <a:lnTo>
                        <a:pt x="2129358" y="431927"/>
                      </a:lnTo>
                      <a:lnTo>
                        <a:pt x="2129358" y="86360"/>
                      </a:lnTo>
                      <a:lnTo>
                        <a:pt x="2122561" y="52774"/>
                      </a:lnTo>
                      <a:lnTo>
                        <a:pt x="2104037" y="25320"/>
                      </a:lnTo>
                      <a:lnTo>
                        <a:pt x="2076583" y="6796"/>
                      </a:lnTo>
                      <a:lnTo>
                        <a:pt x="2042998" y="0"/>
                      </a:lnTo>
                      <a:close/>
                    </a:path>
                  </a:pathLst>
                </a:custGeom>
                <a:solidFill>
                  <a:srgbClr val="87075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7" name="object 33">
                  <a:extLst>
                    <a:ext uri="{FF2B5EF4-FFF2-40B4-BE49-F238E27FC236}">
                      <a16:creationId xmlns:a16="http://schemas.microsoft.com/office/drawing/2014/main" id="{D1FBE9A1-56F4-EDE9-1C96-A34B5AF28D0E}"/>
                    </a:ext>
                  </a:extLst>
                </p:cNvPr>
                <p:cNvSpPr/>
                <p:nvPr/>
              </p:nvSpPr>
              <p:spPr>
                <a:xfrm>
                  <a:off x="311708" y="3155569"/>
                  <a:ext cx="2129790" cy="518795"/>
                </a:xfrm>
                <a:custGeom>
                  <a:avLst/>
                  <a:gdLst/>
                  <a:ahLst/>
                  <a:cxnLst/>
                  <a:rect l="l" t="t" r="r" b="b"/>
                  <a:pathLst>
                    <a:path w="2129790" h="518795">
                      <a:moveTo>
                        <a:pt x="0" y="86360"/>
                      </a:moveTo>
                      <a:lnTo>
                        <a:pt x="6785" y="52774"/>
                      </a:lnTo>
                      <a:lnTo>
                        <a:pt x="25293" y="25320"/>
                      </a:lnTo>
                      <a:lnTo>
                        <a:pt x="52747" y="6796"/>
                      </a:lnTo>
                      <a:lnTo>
                        <a:pt x="86372" y="0"/>
                      </a:lnTo>
                      <a:lnTo>
                        <a:pt x="2042998" y="0"/>
                      </a:lnTo>
                      <a:lnTo>
                        <a:pt x="2076583" y="6796"/>
                      </a:lnTo>
                      <a:lnTo>
                        <a:pt x="2104037" y="25320"/>
                      </a:lnTo>
                      <a:lnTo>
                        <a:pt x="2122561" y="52774"/>
                      </a:lnTo>
                      <a:lnTo>
                        <a:pt x="2129358" y="86360"/>
                      </a:lnTo>
                      <a:lnTo>
                        <a:pt x="2129358" y="431927"/>
                      </a:lnTo>
                      <a:lnTo>
                        <a:pt x="2122561" y="465512"/>
                      </a:lnTo>
                      <a:lnTo>
                        <a:pt x="2104037" y="492966"/>
                      </a:lnTo>
                      <a:lnTo>
                        <a:pt x="2076583" y="511490"/>
                      </a:lnTo>
                      <a:lnTo>
                        <a:pt x="2042998" y="518287"/>
                      </a:lnTo>
                      <a:lnTo>
                        <a:pt x="86372" y="518287"/>
                      </a:lnTo>
                      <a:lnTo>
                        <a:pt x="52747" y="511490"/>
                      </a:lnTo>
                      <a:lnTo>
                        <a:pt x="25293" y="492966"/>
                      </a:lnTo>
                      <a:lnTo>
                        <a:pt x="6785" y="465512"/>
                      </a:lnTo>
                      <a:lnTo>
                        <a:pt x="0" y="431927"/>
                      </a:lnTo>
                      <a:lnTo>
                        <a:pt x="0" y="86360"/>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67" name="object 34">
                <a:extLst>
                  <a:ext uri="{FF2B5EF4-FFF2-40B4-BE49-F238E27FC236}">
                    <a16:creationId xmlns:a16="http://schemas.microsoft.com/office/drawing/2014/main" id="{22391032-3A8E-2852-1FB4-18C1D81622C5}"/>
                  </a:ext>
                </a:extLst>
              </p:cNvPr>
              <p:cNvSpPr txBox="1"/>
              <p:nvPr/>
            </p:nvSpPr>
            <p:spPr>
              <a:xfrm>
                <a:off x="545388" y="3224276"/>
                <a:ext cx="1661160" cy="359137"/>
              </a:xfrm>
              <a:prstGeom prst="rect">
                <a:avLst/>
              </a:prstGeom>
            </p:spPr>
            <p:txBody>
              <a:bodyPr vert="horz" wrap="square" lIns="0" tIns="12700" rIns="0" bIns="0" rtlCol="0">
                <a:spAutoFit/>
              </a:bodyPr>
              <a:lstStyle/>
              <a:p>
                <a:pPr lvl="0" algn="ctr">
                  <a:lnSpc>
                    <a:spcPts val="1350"/>
                  </a:lnSpc>
                  <a:spcBef>
                    <a:spcPts val="100"/>
                  </a:spcBef>
                  <a:buClrTx/>
                  <a:defRPr/>
                </a:pPr>
                <a:r>
                  <a:rPr kumimoji="0" lang="en-US" sz="1100" b="1" i="0" u="none" strike="noStrike" kern="0" cap="none" spc="0" normalizeH="0" baseline="0" noProof="0" dirty="0">
                    <a:ln>
                      <a:noFill/>
                    </a:ln>
                    <a:solidFill>
                      <a:schemeClr val="bg1"/>
                    </a:solidFill>
                    <a:effectLst/>
                    <a:uLnTx/>
                    <a:uFillTx/>
                    <a:latin typeface="Arial MT"/>
                    <a:cs typeface="Arial MT"/>
                  </a:rPr>
                  <a:t>“Session Control &amp; Exit”</a:t>
                </a:r>
                <a:r>
                  <a:rPr kumimoji="0" lang="en-US" sz="1100" b="0" i="0" u="none" strike="noStrike" kern="0" cap="none" spc="0" normalizeH="0" baseline="0" noProof="0" dirty="0">
                    <a:ln>
                      <a:noFill/>
                    </a:ln>
                    <a:solidFill>
                      <a:schemeClr val="bg1"/>
                    </a:solidFill>
                    <a:effectLst/>
                    <a:uLnTx/>
                    <a:uFillTx/>
                    <a:latin typeface="Arial MT"/>
                    <a:cs typeface="Arial MT"/>
                  </a:rPr>
                  <a:t> Manage your stay</a:t>
                </a:r>
                <a:endParaRPr kumimoji="0" sz="1100" b="0" i="0" u="none" strike="noStrike" kern="0" cap="none" spc="0" normalizeH="0" baseline="0" noProof="0" dirty="0">
                  <a:ln>
                    <a:noFill/>
                  </a:ln>
                  <a:solidFill>
                    <a:schemeClr val="bg1"/>
                  </a:solidFill>
                  <a:effectLst/>
                  <a:uLnTx/>
                  <a:uFillTx/>
                  <a:latin typeface="Arial MT"/>
                  <a:cs typeface="Arial MT"/>
                </a:endParaRPr>
              </a:p>
            </p:txBody>
          </p:sp>
          <p:sp>
            <p:nvSpPr>
              <p:cNvPr id="68" name="object 42">
                <a:extLst>
                  <a:ext uri="{FF2B5EF4-FFF2-40B4-BE49-F238E27FC236}">
                    <a16:creationId xmlns:a16="http://schemas.microsoft.com/office/drawing/2014/main" id="{D1372015-68FE-A177-0100-3F5B782305DC}"/>
                  </a:ext>
                </a:extLst>
              </p:cNvPr>
              <p:cNvSpPr txBox="1"/>
              <p:nvPr/>
            </p:nvSpPr>
            <p:spPr>
              <a:xfrm>
                <a:off x="399651" y="2527808"/>
                <a:ext cx="1952633" cy="468718"/>
              </a:xfrm>
              <a:prstGeom prst="rect">
                <a:avLst/>
              </a:prstGeom>
            </p:spPr>
            <p:txBody>
              <a:bodyPr vert="horz" wrap="square" lIns="0" tIns="65405" rIns="0" bIns="0" rtlCol="0">
                <a:spAutoFit/>
              </a:bodyPr>
              <a:lstStyle/>
              <a:p>
                <a:pPr marR="33020" lvl="0" algn="ctr">
                  <a:spcBef>
                    <a:spcPts val="515"/>
                  </a:spcBef>
                  <a:buClrTx/>
                  <a:defRPr/>
                </a:pPr>
                <a:r>
                  <a:rPr kumimoji="0" lang="en-US" sz="1100" b="1" i="0" u="none" strike="noStrike" kern="0" cap="none" spc="0" normalizeH="0" baseline="0" noProof="0" dirty="0">
                    <a:ln>
                      <a:noFill/>
                    </a:ln>
                    <a:solidFill>
                      <a:schemeClr val="bg1"/>
                    </a:solidFill>
                    <a:effectLst/>
                    <a:uLnTx/>
                    <a:uFillTx/>
                    <a:latin typeface="Arial MT"/>
                    <a:cs typeface="Arial MT"/>
                  </a:rPr>
                  <a:t>“Provider Console &amp; Ops”</a:t>
                </a:r>
                <a:endParaRPr lang="en-US" sz="1100" dirty="0">
                  <a:solidFill>
                    <a:schemeClr val="bg1"/>
                  </a:solidFill>
                  <a:latin typeface="Arial MT"/>
                  <a:cs typeface="Arial MT"/>
                </a:endParaRPr>
              </a:p>
              <a:p>
                <a:pPr marR="33020" lvl="0" algn="ctr">
                  <a:spcBef>
                    <a:spcPts val="515"/>
                  </a:spcBef>
                  <a:buClrTx/>
                  <a:defRPr/>
                </a:pPr>
                <a:r>
                  <a:rPr kumimoji="0" lang="en-US" sz="1100" b="0" i="0" u="none" strike="noStrike" kern="0" cap="none" spc="0" normalizeH="0" baseline="0" noProof="0" dirty="0">
                    <a:ln>
                      <a:noFill/>
                    </a:ln>
                    <a:solidFill>
                      <a:schemeClr val="bg1"/>
                    </a:solidFill>
                    <a:effectLst/>
                    <a:uLnTx/>
                    <a:uFillTx/>
                    <a:latin typeface="Arial MT"/>
                    <a:cs typeface="Arial MT"/>
                  </a:rPr>
                  <a:t>Self‑serve supply and insights</a:t>
                </a:r>
                <a:endParaRPr kumimoji="0" sz="1100" b="0" i="0" u="none" strike="noStrike" kern="0" cap="none" spc="0" normalizeH="0" baseline="0" noProof="0" dirty="0">
                  <a:ln>
                    <a:noFill/>
                  </a:ln>
                  <a:solidFill>
                    <a:schemeClr val="bg1"/>
                  </a:solidFill>
                  <a:effectLst/>
                  <a:uLnTx/>
                  <a:uFillTx/>
                  <a:latin typeface="Arial MT"/>
                  <a:cs typeface="Arial MT"/>
                </a:endParaRPr>
              </a:p>
            </p:txBody>
          </p:sp>
          <p:grpSp>
            <p:nvGrpSpPr>
              <p:cNvPr id="69" name="Group 68">
                <a:extLst>
                  <a:ext uri="{FF2B5EF4-FFF2-40B4-BE49-F238E27FC236}">
                    <a16:creationId xmlns:a16="http://schemas.microsoft.com/office/drawing/2014/main" id="{B6819B0C-81A1-A895-0A49-8594D5635E43}"/>
                  </a:ext>
                </a:extLst>
              </p:cNvPr>
              <p:cNvGrpSpPr/>
              <p:nvPr/>
            </p:nvGrpSpPr>
            <p:grpSpPr>
              <a:xfrm>
                <a:off x="311700" y="3748557"/>
                <a:ext cx="8413327" cy="1081406"/>
                <a:chOff x="311700" y="4243857"/>
                <a:chExt cx="8413327" cy="1081406"/>
              </a:xfrm>
            </p:grpSpPr>
            <p:grpSp>
              <p:nvGrpSpPr>
                <p:cNvPr id="70" name="object 43">
                  <a:extLst>
                    <a:ext uri="{FF2B5EF4-FFF2-40B4-BE49-F238E27FC236}">
                      <a16:creationId xmlns:a16="http://schemas.microsoft.com/office/drawing/2014/main" id="{398A48EC-78BD-6812-0191-075D6F2F962D}"/>
                    </a:ext>
                  </a:extLst>
                </p:cNvPr>
                <p:cNvGrpSpPr/>
                <p:nvPr/>
              </p:nvGrpSpPr>
              <p:grpSpPr>
                <a:xfrm>
                  <a:off x="2441059" y="4295686"/>
                  <a:ext cx="6283968" cy="977266"/>
                  <a:chOff x="2441059" y="4295686"/>
                  <a:chExt cx="6283968" cy="977266"/>
                </a:xfrm>
              </p:grpSpPr>
              <p:sp>
                <p:nvSpPr>
                  <p:cNvPr id="83" name="object 44">
                    <a:extLst>
                      <a:ext uri="{FF2B5EF4-FFF2-40B4-BE49-F238E27FC236}">
                        <a16:creationId xmlns:a16="http://schemas.microsoft.com/office/drawing/2014/main" id="{F39A5E70-32D5-C6F1-E5F7-7D91092B6343}"/>
                      </a:ext>
                    </a:extLst>
                  </p:cNvPr>
                  <p:cNvSpPr/>
                  <p:nvPr/>
                </p:nvSpPr>
                <p:spPr>
                  <a:xfrm>
                    <a:off x="2441067" y="4295686"/>
                    <a:ext cx="6283960" cy="414655"/>
                  </a:xfrm>
                  <a:custGeom>
                    <a:avLst/>
                    <a:gdLst/>
                    <a:ahLst/>
                    <a:cxnLst/>
                    <a:rect l="l" t="t" r="r" b="b"/>
                    <a:pathLst>
                      <a:path w="6283959" h="414654">
                        <a:moveTo>
                          <a:pt x="6214744" y="0"/>
                        </a:moveTo>
                        <a:lnTo>
                          <a:pt x="0" y="0"/>
                        </a:lnTo>
                        <a:lnTo>
                          <a:pt x="0" y="414578"/>
                        </a:lnTo>
                        <a:lnTo>
                          <a:pt x="6214744" y="414578"/>
                        </a:lnTo>
                        <a:lnTo>
                          <a:pt x="6241613" y="409148"/>
                        </a:lnTo>
                        <a:lnTo>
                          <a:pt x="6263576" y="394339"/>
                        </a:lnTo>
                        <a:lnTo>
                          <a:pt x="6278395" y="372375"/>
                        </a:lnTo>
                        <a:lnTo>
                          <a:pt x="6283833" y="345478"/>
                        </a:lnTo>
                        <a:lnTo>
                          <a:pt x="6283833" y="69100"/>
                        </a:lnTo>
                        <a:lnTo>
                          <a:pt x="6278395" y="42203"/>
                        </a:lnTo>
                        <a:lnTo>
                          <a:pt x="6263576" y="20239"/>
                        </a:lnTo>
                        <a:lnTo>
                          <a:pt x="6241613" y="5430"/>
                        </a:lnTo>
                        <a:lnTo>
                          <a:pt x="6214744" y="0"/>
                        </a:lnTo>
                        <a:close/>
                      </a:path>
                    </a:pathLst>
                  </a:custGeom>
                  <a:solidFill>
                    <a:srgbClr val="FFEDD9">
                      <a:alpha val="90194"/>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4" name="object 45">
                    <a:extLst>
                      <a:ext uri="{FF2B5EF4-FFF2-40B4-BE49-F238E27FC236}">
                        <a16:creationId xmlns:a16="http://schemas.microsoft.com/office/drawing/2014/main" id="{6EE871B9-A8E9-9197-506C-52C4DFBCE454}"/>
                      </a:ext>
                    </a:extLst>
                  </p:cNvPr>
                  <p:cNvSpPr/>
                  <p:nvPr/>
                </p:nvSpPr>
                <p:spPr>
                  <a:xfrm>
                    <a:off x="2441067" y="4295686"/>
                    <a:ext cx="6283960" cy="414655"/>
                  </a:xfrm>
                  <a:custGeom>
                    <a:avLst/>
                    <a:gdLst/>
                    <a:ahLst/>
                    <a:cxnLst/>
                    <a:rect l="l" t="t" r="r" b="b"/>
                    <a:pathLst>
                      <a:path w="6283959" h="414654">
                        <a:moveTo>
                          <a:pt x="6283833" y="69100"/>
                        </a:moveTo>
                        <a:lnTo>
                          <a:pt x="6283833" y="345478"/>
                        </a:lnTo>
                        <a:lnTo>
                          <a:pt x="6278395" y="372375"/>
                        </a:lnTo>
                        <a:lnTo>
                          <a:pt x="6263576" y="394339"/>
                        </a:lnTo>
                        <a:lnTo>
                          <a:pt x="6241613" y="409148"/>
                        </a:lnTo>
                        <a:lnTo>
                          <a:pt x="6214744" y="414578"/>
                        </a:lnTo>
                        <a:lnTo>
                          <a:pt x="0" y="414578"/>
                        </a:lnTo>
                        <a:lnTo>
                          <a:pt x="0" y="0"/>
                        </a:lnTo>
                        <a:lnTo>
                          <a:pt x="6214744" y="0"/>
                        </a:lnTo>
                        <a:lnTo>
                          <a:pt x="6241613" y="5430"/>
                        </a:lnTo>
                        <a:lnTo>
                          <a:pt x="6263576" y="20239"/>
                        </a:lnTo>
                        <a:lnTo>
                          <a:pt x="6278395" y="42203"/>
                        </a:lnTo>
                        <a:lnTo>
                          <a:pt x="6283833" y="69100"/>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5" name="object 44">
                    <a:extLst>
                      <a:ext uri="{FF2B5EF4-FFF2-40B4-BE49-F238E27FC236}">
                        <a16:creationId xmlns:a16="http://schemas.microsoft.com/office/drawing/2014/main" id="{081EF3ED-A334-02BE-C2A8-368553EF9B6D}"/>
                      </a:ext>
                    </a:extLst>
                  </p:cNvPr>
                  <p:cNvSpPr/>
                  <p:nvPr/>
                </p:nvSpPr>
                <p:spPr>
                  <a:xfrm>
                    <a:off x="2441059" y="4858297"/>
                    <a:ext cx="6283960" cy="414655"/>
                  </a:xfrm>
                  <a:custGeom>
                    <a:avLst/>
                    <a:gdLst/>
                    <a:ahLst/>
                    <a:cxnLst/>
                    <a:rect l="l" t="t" r="r" b="b"/>
                    <a:pathLst>
                      <a:path w="6283959" h="414654">
                        <a:moveTo>
                          <a:pt x="6214744" y="0"/>
                        </a:moveTo>
                        <a:lnTo>
                          <a:pt x="0" y="0"/>
                        </a:lnTo>
                        <a:lnTo>
                          <a:pt x="0" y="414578"/>
                        </a:lnTo>
                        <a:lnTo>
                          <a:pt x="6214744" y="414578"/>
                        </a:lnTo>
                        <a:lnTo>
                          <a:pt x="6241613" y="409148"/>
                        </a:lnTo>
                        <a:lnTo>
                          <a:pt x="6263576" y="394339"/>
                        </a:lnTo>
                        <a:lnTo>
                          <a:pt x="6278395" y="372375"/>
                        </a:lnTo>
                        <a:lnTo>
                          <a:pt x="6283833" y="345478"/>
                        </a:lnTo>
                        <a:lnTo>
                          <a:pt x="6283833" y="69100"/>
                        </a:lnTo>
                        <a:lnTo>
                          <a:pt x="6278395" y="42203"/>
                        </a:lnTo>
                        <a:lnTo>
                          <a:pt x="6263576" y="20239"/>
                        </a:lnTo>
                        <a:lnTo>
                          <a:pt x="6241613" y="5430"/>
                        </a:lnTo>
                        <a:lnTo>
                          <a:pt x="6214744" y="0"/>
                        </a:lnTo>
                        <a:close/>
                      </a:path>
                    </a:pathLst>
                  </a:custGeom>
                  <a:solidFill>
                    <a:srgbClr val="FFEDD9">
                      <a:alpha val="90194"/>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71" name="object 46">
                  <a:extLst>
                    <a:ext uri="{FF2B5EF4-FFF2-40B4-BE49-F238E27FC236}">
                      <a16:creationId xmlns:a16="http://schemas.microsoft.com/office/drawing/2014/main" id="{5B38CEC1-2B4C-C010-AC46-A43BA41B1375}"/>
                    </a:ext>
                  </a:extLst>
                </p:cNvPr>
                <p:cNvSpPr txBox="1"/>
                <p:nvPr/>
              </p:nvSpPr>
              <p:spPr>
                <a:xfrm>
                  <a:off x="3005708" y="4306316"/>
                  <a:ext cx="5566792" cy="371897"/>
                </a:xfrm>
                <a:prstGeom prst="rect">
                  <a:avLst/>
                </a:prstGeom>
              </p:spPr>
              <p:txBody>
                <a:bodyPr vert="horz" wrap="square" lIns="0" tIns="38100" rIns="0" bIns="0" rtlCol="0">
                  <a:spAutoFit/>
                </a:bodyPr>
                <a:lstStyle/>
                <a:p>
                  <a:pPr marL="454659" marR="5080" indent="-441959">
                    <a:lnSpc>
                      <a:spcPts val="1250"/>
                    </a:lnSpc>
                    <a:spcBef>
                      <a:spcPts val="300"/>
                    </a:spcBef>
                    <a:buClrTx/>
                    <a:defRPr/>
                  </a:pPr>
                  <a:r>
                    <a:rPr kumimoji="0" lang="en-US" sz="1200" i="0" u="none" strike="noStrike" kern="0" cap="none" spc="-10" normalizeH="0" baseline="0" noProof="0" dirty="0">
                      <a:ln>
                        <a:noFill/>
                      </a:ln>
                      <a:solidFill>
                        <a:sysClr val="windowText" lastClr="000000"/>
                      </a:solidFill>
                      <a:effectLst/>
                      <a:uLnTx/>
                      <a:uFillTx/>
                      <a:latin typeface="Arial"/>
                      <a:cs typeface="Arial"/>
                    </a:rPr>
                    <a:t>Turn‑by‑turn to the correct entrance, arrival checklist, and hardware‑lite access via QR/NFC (plate entry fallback); bay/level guidance on success.</a:t>
                  </a:r>
                </a:p>
              </p:txBody>
            </p:sp>
            <p:grpSp>
              <p:nvGrpSpPr>
                <p:cNvPr id="72" name="object 47">
                  <a:extLst>
                    <a:ext uri="{FF2B5EF4-FFF2-40B4-BE49-F238E27FC236}">
                      <a16:creationId xmlns:a16="http://schemas.microsoft.com/office/drawing/2014/main" id="{0FBA8432-3E48-CB42-3F7D-54F72113F12E}"/>
                    </a:ext>
                  </a:extLst>
                </p:cNvPr>
                <p:cNvGrpSpPr/>
                <p:nvPr/>
              </p:nvGrpSpPr>
              <p:grpSpPr>
                <a:xfrm>
                  <a:off x="311700" y="4243857"/>
                  <a:ext cx="2129798" cy="1081406"/>
                  <a:chOff x="311700" y="4243857"/>
                  <a:chExt cx="2129798" cy="1081406"/>
                </a:xfrm>
              </p:grpSpPr>
              <p:sp>
                <p:nvSpPr>
                  <p:cNvPr id="76" name="object 48">
                    <a:extLst>
                      <a:ext uri="{FF2B5EF4-FFF2-40B4-BE49-F238E27FC236}">
                        <a16:creationId xmlns:a16="http://schemas.microsoft.com/office/drawing/2014/main" id="{FA945060-F1DA-6349-06BD-134835328334}"/>
                      </a:ext>
                    </a:extLst>
                  </p:cNvPr>
                  <p:cNvSpPr/>
                  <p:nvPr/>
                </p:nvSpPr>
                <p:spPr>
                  <a:xfrm>
                    <a:off x="311708" y="4243857"/>
                    <a:ext cx="2129790" cy="518795"/>
                  </a:xfrm>
                  <a:custGeom>
                    <a:avLst/>
                    <a:gdLst/>
                    <a:ahLst/>
                    <a:cxnLst/>
                    <a:rect l="l" t="t" r="r" b="b"/>
                    <a:pathLst>
                      <a:path w="2129790" h="518795">
                        <a:moveTo>
                          <a:pt x="2042998" y="0"/>
                        </a:moveTo>
                        <a:lnTo>
                          <a:pt x="86372" y="0"/>
                        </a:lnTo>
                        <a:lnTo>
                          <a:pt x="52747" y="6787"/>
                        </a:lnTo>
                        <a:lnTo>
                          <a:pt x="25293" y="25298"/>
                        </a:lnTo>
                        <a:lnTo>
                          <a:pt x="6785" y="52753"/>
                        </a:lnTo>
                        <a:lnTo>
                          <a:pt x="0" y="86372"/>
                        </a:lnTo>
                        <a:lnTo>
                          <a:pt x="0" y="431863"/>
                        </a:lnTo>
                        <a:lnTo>
                          <a:pt x="6785" y="465483"/>
                        </a:lnTo>
                        <a:lnTo>
                          <a:pt x="25293" y="492937"/>
                        </a:lnTo>
                        <a:lnTo>
                          <a:pt x="52747" y="511448"/>
                        </a:lnTo>
                        <a:lnTo>
                          <a:pt x="86372" y="518236"/>
                        </a:lnTo>
                        <a:lnTo>
                          <a:pt x="2042998" y="518236"/>
                        </a:lnTo>
                        <a:lnTo>
                          <a:pt x="2076583" y="511448"/>
                        </a:lnTo>
                        <a:lnTo>
                          <a:pt x="2104037" y="492937"/>
                        </a:lnTo>
                        <a:lnTo>
                          <a:pt x="2122561" y="465483"/>
                        </a:lnTo>
                        <a:lnTo>
                          <a:pt x="2129358" y="431863"/>
                        </a:lnTo>
                        <a:lnTo>
                          <a:pt x="2129358" y="86372"/>
                        </a:lnTo>
                        <a:lnTo>
                          <a:pt x="2122561" y="52753"/>
                        </a:lnTo>
                        <a:lnTo>
                          <a:pt x="2104037" y="25298"/>
                        </a:lnTo>
                        <a:lnTo>
                          <a:pt x="2076583" y="6787"/>
                        </a:lnTo>
                        <a:lnTo>
                          <a:pt x="2042998" y="0"/>
                        </a:lnTo>
                        <a:close/>
                      </a:path>
                    </a:pathLst>
                  </a:custGeom>
                  <a:solidFill>
                    <a:srgbClr val="4E016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1" name="object 49">
                    <a:extLst>
                      <a:ext uri="{FF2B5EF4-FFF2-40B4-BE49-F238E27FC236}">
                        <a16:creationId xmlns:a16="http://schemas.microsoft.com/office/drawing/2014/main" id="{747731CA-6980-89E1-E76E-ADB35B745B42}"/>
                      </a:ext>
                    </a:extLst>
                  </p:cNvPr>
                  <p:cNvSpPr/>
                  <p:nvPr/>
                </p:nvSpPr>
                <p:spPr>
                  <a:xfrm>
                    <a:off x="311708" y="4243857"/>
                    <a:ext cx="2129790" cy="518795"/>
                  </a:xfrm>
                  <a:custGeom>
                    <a:avLst/>
                    <a:gdLst/>
                    <a:ahLst/>
                    <a:cxnLst/>
                    <a:rect l="l" t="t" r="r" b="b"/>
                    <a:pathLst>
                      <a:path w="2129790" h="518795">
                        <a:moveTo>
                          <a:pt x="0" y="86372"/>
                        </a:moveTo>
                        <a:lnTo>
                          <a:pt x="6785" y="52753"/>
                        </a:lnTo>
                        <a:lnTo>
                          <a:pt x="25293" y="25298"/>
                        </a:lnTo>
                        <a:lnTo>
                          <a:pt x="52747" y="6787"/>
                        </a:lnTo>
                        <a:lnTo>
                          <a:pt x="86372" y="0"/>
                        </a:lnTo>
                        <a:lnTo>
                          <a:pt x="2042998" y="0"/>
                        </a:lnTo>
                        <a:lnTo>
                          <a:pt x="2076583" y="6787"/>
                        </a:lnTo>
                        <a:lnTo>
                          <a:pt x="2104037" y="25298"/>
                        </a:lnTo>
                        <a:lnTo>
                          <a:pt x="2122561" y="52753"/>
                        </a:lnTo>
                        <a:lnTo>
                          <a:pt x="2129358" y="86372"/>
                        </a:lnTo>
                        <a:lnTo>
                          <a:pt x="2129358" y="431863"/>
                        </a:lnTo>
                        <a:lnTo>
                          <a:pt x="2122561" y="465483"/>
                        </a:lnTo>
                        <a:lnTo>
                          <a:pt x="2104037" y="492937"/>
                        </a:lnTo>
                        <a:lnTo>
                          <a:pt x="2076583" y="511448"/>
                        </a:lnTo>
                        <a:lnTo>
                          <a:pt x="2042998" y="518236"/>
                        </a:lnTo>
                        <a:lnTo>
                          <a:pt x="86372" y="518236"/>
                        </a:lnTo>
                        <a:lnTo>
                          <a:pt x="52747" y="511448"/>
                        </a:lnTo>
                        <a:lnTo>
                          <a:pt x="25293" y="492937"/>
                        </a:lnTo>
                        <a:lnTo>
                          <a:pt x="6785" y="465483"/>
                        </a:lnTo>
                        <a:lnTo>
                          <a:pt x="0" y="431863"/>
                        </a:lnTo>
                        <a:lnTo>
                          <a:pt x="0" y="86372"/>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2" name="object 49">
                    <a:extLst>
                      <a:ext uri="{FF2B5EF4-FFF2-40B4-BE49-F238E27FC236}">
                        <a16:creationId xmlns:a16="http://schemas.microsoft.com/office/drawing/2014/main" id="{392C80E2-41AB-8BC2-0E74-370451D8FC9B}"/>
                      </a:ext>
                    </a:extLst>
                  </p:cNvPr>
                  <p:cNvSpPr/>
                  <p:nvPr/>
                </p:nvSpPr>
                <p:spPr>
                  <a:xfrm>
                    <a:off x="311700" y="4806468"/>
                    <a:ext cx="2129790" cy="518795"/>
                  </a:xfrm>
                  <a:custGeom>
                    <a:avLst/>
                    <a:gdLst/>
                    <a:ahLst/>
                    <a:cxnLst/>
                    <a:rect l="l" t="t" r="r" b="b"/>
                    <a:pathLst>
                      <a:path w="2129790" h="518795">
                        <a:moveTo>
                          <a:pt x="0" y="86372"/>
                        </a:moveTo>
                        <a:lnTo>
                          <a:pt x="6785" y="52753"/>
                        </a:lnTo>
                        <a:lnTo>
                          <a:pt x="25293" y="25298"/>
                        </a:lnTo>
                        <a:lnTo>
                          <a:pt x="52747" y="6787"/>
                        </a:lnTo>
                        <a:lnTo>
                          <a:pt x="86372" y="0"/>
                        </a:lnTo>
                        <a:lnTo>
                          <a:pt x="2042998" y="0"/>
                        </a:lnTo>
                        <a:lnTo>
                          <a:pt x="2076583" y="6787"/>
                        </a:lnTo>
                        <a:lnTo>
                          <a:pt x="2104037" y="25298"/>
                        </a:lnTo>
                        <a:lnTo>
                          <a:pt x="2122561" y="52753"/>
                        </a:lnTo>
                        <a:lnTo>
                          <a:pt x="2129358" y="86372"/>
                        </a:lnTo>
                        <a:lnTo>
                          <a:pt x="2129358" y="431863"/>
                        </a:lnTo>
                        <a:lnTo>
                          <a:pt x="2122561" y="465483"/>
                        </a:lnTo>
                        <a:lnTo>
                          <a:pt x="2104037" y="492937"/>
                        </a:lnTo>
                        <a:lnTo>
                          <a:pt x="2076583" y="511448"/>
                        </a:lnTo>
                        <a:lnTo>
                          <a:pt x="2042998" y="518236"/>
                        </a:lnTo>
                        <a:lnTo>
                          <a:pt x="86372" y="518236"/>
                        </a:lnTo>
                        <a:lnTo>
                          <a:pt x="52747" y="511448"/>
                        </a:lnTo>
                        <a:lnTo>
                          <a:pt x="25293" y="492937"/>
                        </a:lnTo>
                        <a:lnTo>
                          <a:pt x="6785" y="465483"/>
                        </a:lnTo>
                        <a:lnTo>
                          <a:pt x="0" y="431863"/>
                        </a:lnTo>
                        <a:lnTo>
                          <a:pt x="0" y="86372"/>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73" name="object 50">
                  <a:extLst>
                    <a:ext uri="{FF2B5EF4-FFF2-40B4-BE49-F238E27FC236}">
                      <a16:creationId xmlns:a16="http://schemas.microsoft.com/office/drawing/2014/main" id="{454D61F0-1AFC-C656-1954-F01EA99BB250}"/>
                    </a:ext>
                  </a:extLst>
                </p:cNvPr>
                <p:cNvSpPr txBox="1"/>
                <p:nvPr/>
              </p:nvSpPr>
              <p:spPr>
                <a:xfrm>
                  <a:off x="389872" y="4259986"/>
                  <a:ext cx="1952632" cy="436017"/>
                </a:xfrm>
                <a:prstGeom prst="rect">
                  <a:avLst/>
                </a:prstGeom>
              </p:spPr>
              <p:txBody>
                <a:bodyPr vert="horz" wrap="square" lIns="0" tIns="45720" rIns="0" bIns="0" rtlCol="0">
                  <a:spAutoFit/>
                </a:bodyPr>
                <a:lstStyle/>
                <a:p>
                  <a:pPr marL="43815" lvl="0" algn="ctr">
                    <a:spcBef>
                      <a:spcPts val="425"/>
                    </a:spcBef>
                    <a:buClrTx/>
                    <a:defRPr/>
                  </a:pPr>
                  <a:r>
                    <a:rPr lang="en-US" sz="1100" b="1" dirty="0">
                      <a:solidFill>
                        <a:srgbClr val="FFFFFF"/>
                      </a:solidFill>
                      <a:latin typeface="Arial MT"/>
                      <a:cs typeface="Arial MT"/>
                    </a:rPr>
                    <a:t>“Guided Arrival &amp; Access”</a:t>
                  </a:r>
                  <a:r>
                    <a:rPr lang="en-US" sz="1100" dirty="0">
                      <a:solidFill>
                        <a:srgbClr val="FFFFFF"/>
                      </a:solidFill>
                      <a:latin typeface="Arial MT"/>
                      <a:cs typeface="Arial MT"/>
                    </a:rPr>
                    <a:t> </a:t>
                  </a:r>
                </a:p>
                <a:p>
                  <a:pPr marL="43815" lvl="0" algn="ctr">
                    <a:spcBef>
                      <a:spcPts val="425"/>
                    </a:spcBef>
                    <a:buClrTx/>
                    <a:defRPr/>
                  </a:pPr>
                  <a:r>
                    <a:rPr lang="en-US" sz="1100" dirty="0">
                      <a:solidFill>
                        <a:srgbClr val="FFFFFF"/>
                      </a:solidFill>
                      <a:latin typeface="Arial MT"/>
                      <a:cs typeface="Arial MT"/>
                    </a:rPr>
                    <a:t>Navigate and validate</a:t>
                  </a:r>
                  <a:endParaRPr lang="en-US" sz="1050" dirty="0">
                    <a:solidFill>
                      <a:sysClr val="windowText" lastClr="000000"/>
                    </a:solidFill>
                    <a:latin typeface="Arial MT"/>
                    <a:cs typeface="Arial MT"/>
                  </a:endParaRPr>
                </a:p>
              </p:txBody>
            </p:sp>
            <p:sp>
              <p:nvSpPr>
                <p:cNvPr id="74" name="object 46">
                  <a:extLst>
                    <a:ext uri="{FF2B5EF4-FFF2-40B4-BE49-F238E27FC236}">
                      <a16:creationId xmlns:a16="http://schemas.microsoft.com/office/drawing/2014/main" id="{1678F4FF-6525-B1BB-4F6B-9E5AF2C1C1F6}"/>
                    </a:ext>
                  </a:extLst>
                </p:cNvPr>
                <p:cNvSpPr txBox="1"/>
                <p:nvPr/>
              </p:nvSpPr>
              <p:spPr>
                <a:xfrm>
                  <a:off x="3005700" y="4868927"/>
                  <a:ext cx="5566792" cy="371897"/>
                </a:xfrm>
                <a:prstGeom prst="rect">
                  <a:avLst/>
                </a:prstGeom>
              </p:spPr>
              <p:txBody>
                <a:bodyPr vert="horz" wrap="square" lIns="0" tIns="38100" rIns="0" bIns="0" rtlCol="0">
                  <a:spAutoFit/>
                </a:bodyPr>
                <a:lstStyle/>
                <a:p>
                  <a:pPr marL="454659" marR="5080" indent="-441959">
                    <a:lnSpc>
                      <a:spcPts val="1250"/>
                    </a:lnSpc>
                    <a:spcBef>
                      <a:spcPts val="300"/>
                    </a:spcBef>
                    <a:buClrTx/>
                    <a:defRPr/>
                  </a:pPr>
                  <a:r>
                    <a:rPr kumimoji="0" lang="en-US" sz="1200" i="0" u="none" strike="noStrike" kern="0" cap="none" spc="-10" normalizeH="0" baseline="0" noProof="0" dirty="0">
                      <a:ln>
                        <a:noFill/>
                      </a:ln>
                      <a:solidFill>
                        <a:sysClr val="windowText" lastClr="000000"/>
                      </a:solidFill>
                      <a:effectLst/>
                      <a:uLnTx/>
                      <a:uFillTx/>
                      <a:latin typeface="Arial"/>
                      <a:cs typeface="Arial"/>
                    </a:rPr>
                    <a:t>Clear notifications for confirmations, swap notices, reminders, and extension prompts; instant receipts and quick help.</a:t>
                  </a:r>
                </a:p>
              </p:txBody>
            </p:sp>
            <p:sp>
              <p:nvSpPr>
                <p:cNvPr id="75" name="object 50">
                  <a:extLst>
                    <a:ext uri="{FF2B5EF4-FFF2-40B4-BE49-F238E27FC236}">
                      <a16:creationId xmlns:a16="http://schemas.microsoft.com/office/drawing/2014/main" id="{8032A025-3167-E594-BFBF-DFA795E74C3F}"/>
                    </a:ext>
                  </a:extLst>
                </p:cNvPr>
                <p:cNvSpPr txBox="1"/>
                <p:nvPr/>
              </p:nvSpPr>
              <p:spPr>
                <a:xfrm>
                  <a:off x="389864" y="4858297"/>
                  <a:ext cx="1952632" cy="369332"/>
                </a:xfrm>
                <a:prstGeom prst="rect">
                  <a:avLst/>
                </a:prstGeom>
              </p:spPr>
              <p:txBody>
                <a:bodyPr vert="horz" wrap="square" lIns="0" tIns="45720" rIns="0" bIns="0" rtlCol="0">
                  <a:spAutoFit/>
                </a:bodyPr>
                <a:lstStyle/>
                <a:p>
                  <a:pPr marL="43815" lvl="0" algn="ctr">
                    <a:spcBef>
                      <a:spcPts val="425"/>
                    </a:spcBef>
                    <a:buClrTx/>
                    <a:defRPr/>
                  </a:pPr>
                  <a:r>
                    <a:rPr lang="en-US" sz="1050" b="1" dirty="0">
                      <a:solidFill>
                        <a:schemeClr val="bg1"/>
                      </a:solidFill>
                      <a:latin typeface="Arial MT"/>
                      <a:cs typeface="Arial MT"/>
                    </a:rPr>
                    <a:t>“Proactive Alerts &amp; Support”</a:t>
                  </a:r>
                  <a:r>
                    <a:rPr lang="en-US" sz="1050" dirty="0">
                      <a:solidFill>
                        <a:schemeClr val="bg1"/>
                      </a:solidFill>
                      <a:latin typeface="Arial MT"/>
                      <a:cs typeface="Arial MT"/>
                    </a:rPr>
                    <a:t> Stay informed end‑to‑end</a:t>
                  </a:r>
                </a:p>
              </p:txBody>
            </p:sp>
          </p:gr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7" title="Vector.png"/>
          <p:cNvPicPr preferRelativeResize="0"/>
          <p:nvPr/>
        </p:nvPicPr>
        <p:blipFill>
          <a:blip r:embed="rId3">
            <a:alphaModFix/>
          </a:blip>
          <a:stretch>
            <a:fillRect/>
          </a:stretch>
        </p:blipFill>
        <p:spPr>
          <a:xfrm>
            <a:off x="273100" y="245250"/>
            <a:ext cx="925600" cy="218300"/>
          </a:xfrm>
          <a:prstGeom prst="rect">
            <a:avLst/>
          </a:prstGeom>
          <a:noFill/>
          <a:ln>
            <a:noFill/>
          </a:ln>
        </p:spPr>
      </p:pic>
      <p:pic>
        <p:nvPicPr>
          <p:cNvPr id="86" name="Google Shape;86;p17" title="Group 3.png"/>
          <p:cNvPicPr preferRelativeResize="0"/>
          <p:nvPr/>
        </p:nvPicPr>
        <p:blipFill>
          <a:blip r:embed="rId4">
            <a:alphaModFix/>
          </a:blip>
          <a:stretch>
            <a:fillRect/>
          </a:stretch>
        </p:blipFill>
        <p:spPr>
          <a:xfrm>
            <a:off x="7728375" y="213225"/>
            <a:ext cx="1055575" cy="282350"/>
          </a:xfrm>
          <a:prstGeom prst="rect">
            <a:avLst/>
          </a:prstGeom>
          <a:noFill/>
          <a:ln>
            <a:noFill/>
          </a:ln>
        </p:spPr>
      </p:pic>
      <p:pic>
        <p:nvPicPr>
          <p:cNvPr id="87" name="Google Shape;87;p17" title="Imobilothon final logo 5.0-01 1.png"/>
          <p:cNvPicPr preferRelativeResize="0"/>
          <p:nvPr/>
        </p:nvPicPr>
        <p:blipFill>
          <a:blip r:embed="rId5">
            <a:alphaModFix/>
          </a:blip>
          <a:stretch>
            <a:fillRect/>
          </a:stretch>
        </p:blipFill>
        <p:spPr>
          <a:xfrm>
            <a:off x="2967238" y="8337"/>
            <a:ext cx="3209537" cy="692129"/>
          </a:xfrm>
          <a:prstGeom prst="rect">
            <a:avLst/>
          </a:prstGeom>
          <a:noFill/>
          <a:ln>
            <a:noFill/>
          </a:ln>
        </p:spPr>
      </p:pic>
      <p:sp>
        <p:nvSpPr>
          <p:cNvPr id="88" name="Google Shape;88;p17"/>
          <p:cNvSpPr txBox="1"/>
          <p:nvPr/>
        </p:nvSpPr>
        <p:spPr>
          <a:xfrm>
            <a:off x="186013" y="932900"/>
            <a:ext cx="8772000" cy="51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a:t>Process flow diagram or Use-case diagram</a:t>
            </a:r>
            <a:endParaRPr sz="1800" b="1"/>
          </a:p>
        </p:txBody>
      </p:sp>
      <p:pic>
        <p:nvPicPr>
          <p:cNvPr id="3" name="Picture 2">
            <a:extLst>
              <a:ext uri="{FF2B5EF4-FFF2-40B4-BE49-F238E27FC236}">
                <a16:creationId xmlns:a16="http://schemas.microsoft.com/office/drawing/2014/main" id="{6882ACC5-80A2-3945-2946-32998ECC4AE1}"/>
              </a:ext>
            </a:extLst>
          </p:cNvPr>
          <p:cNvPicPr>
            <a:picLocks noChangeAspect="1"/>
          </p:cNvPicPr>
          <p:nvPr/>
        </p:nvPicPr>
        <p:blipFill>
          <a:blip r:embed="rId6"/>
          <a:stretch>
            <a:fillRect/>
          </a:stretch>
        </p:blipFill>
        <p:spPr>
          <a:xfrm>
            <a:off x="133881" y="1500043"/>
            <a:ext cx="8876237" cy="34302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p18" title="Vector.png"/>
          <p:cNvPicPr preferRelativeResize="0"/>
          <p:nvPr/>
        </p:nvPicPr>
        <p:blipFill>
          <a:blip r:embed="rId3">
            <a:alphaModFix/>
          </a:blip>
          <a:stretch>
            <a:fillRect/>
          </a:stretch>
        </p:blipFill>
        <p:spPr>
          <a:xfrm>
            <a:off x="273100" y="245250"/>
            <a:ext cx="925600" cy="218300"/>
          </a:xfrm>
          <a:prstGeom prst="rect">
            <a:avLst/>
          </a:prstGeom>
          <a:noFill/>
          <a:ln>
            <a:noFill/>
          </a:ln>
        </p:spPr>
      </p:pic>
      <p:pic>
        <p:nvPicPr>
          <p:cNvPr id="94" name="Google Shape;94;p18" title="Group 3.png"/>
          <p:cNvPicPr preferRelativeResize="0"/>
          <p:nvPr/>
        </p:nvPicPr>
        <p:blipFill>
          <a:blip r:embed="rId4">
            <a:alphaModFix/>
          </a:blip>
          <a:stretch>
            <a:fillRect/>
          </a:stretch>
        </p:blipFill>
        <p:spPr>
          <a:xfrm>
            <a:off x="7728375" y="213225"/>
            <a:ext cx="1055575" cy="282350"/>
          </a:xfrm>
          <a:prstGeom prst="rect">
            <a:avLst/>
          </a:prstGeom>
          <a:noFill/>
          <a:ln>
            <a:noFill/>
          </a:ln>
        </p:spPr>
      </p:pic>
      <p:pic>
        <p:nvPicPr>
          <p:cNvPr id="95" name="Google Shape;95;p18" title="Imobilothon final logo 5.0-01 1.png"/>
          <p:cNvPicPr preferRelativeResize="0"/>
          <p:nvPr/>
        </p:nvPicPr>
        <p:blipFill>
          <a:blip r:embed="rId5">
            <a:alphaModFix/>
          </a:blip>
          <a:stretch>
            <a:fillRect/>
          </a:stretch>
        </p:blipFill>
        <p:spPr>
          <a:xfrm>
            <a:off x="2967238" y="8337"/>
            <a:ext cx="3209537" cy="692129"/>
          </a:xfrm>
          <a:prstGeom prst="rect">
            <a:avLst/>
          </a:prstGeom>
          <a:noFill/>
          <a:ln>
            <a:noFill/>
          </a:ln>
        </p:spPr>
      </p:pic>
      <p:sp>
        <p:nvSpPr>
          <p:cNvPr id="96" name="Google Shape;96;p18"/>
          <p:cNvSpPr txBox="1"/>
          <p:nvPr/>
        </p:nvSpPr>
        <p:spPr>
          <a:xfrm>
            <a:off x="6100908" y="1180004"/>
            <a:ext cx="2911760" cy="59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a:t>Mock – UI for Provider Web Application</a:t>
            </a:r>
            <a:endParaRPr sz="1800" b="1" dirty="0"/>
          </a:p>
        </p:txBody>
      </p:sp>
      <p:pic>
        <p:nvPicPr>
          <p:cNvPr id="3" name="Picture 2">
            <a:extLst>
              <a:ext uri="{FF2B5EF4-FFF2-40B4-BE49-F238E27FC236}">
                <a16:creationId xmlns:a16="http://schemas.microsoft.com/office/drawing/2014/main" id="{40DA961B-AD5B-1FAB-B8D9-DD95632B140B}"/>
              </a:ext>
            </a:extLst>
          </p:cNvPr>
          <p:cNvPicPr>
            <a:picLocks noChangeAspect="1"/>
          </p:cNvPicPr>
          <p:nvPr/>
        </p:nvPicPr>
        <p:blipFill>
          <a:blip r:embed="rId6"/>
          <a:stretch>
            <a:fillRect/>
          </a:stretch>
        </p:blipFill>
        <p:spPr>
          <a:xfrm>
            <a:off x="131332" y="1025486"/>
            <a:ext cx="5519411" cy="2521750"/>
          </a:xfrm>
          <a:prstGeom prst="round2DiagRect">
            <a:avLst>
              <a:gd name="adj1" fmla="val 1256"/>
              <a:gd name="adj2" fmla="val 0"/>
            </a:avLst>
          </a:prstGeom>
          <a:ln w="88900" cap="sq">
            <a:solidFill>
              <a:srgbClr val="FFFFFF"/>
            </a:solidFill>
            <a:miter lim="800000"/>
          </a:ln>
          <a:effectLst>
            <a:outerShdw blurRad="254000" algn="tl" rotWithShape="0">
              <a:srgbClr val="000000">
                <a:alpha val="43000"/>
              </a:srgbClr>
            </a:outerShdw>
          </a:effectLst>
        </p:spPr>
      </p:pic>
      <p:pic>
        <p:nvPicPr>
          <p:cNvPr id="5" name="Picture 4">
            <a:extLst>
              <a:ext uri="{FF2B5EF4-FFF2-40B4-BE49-F238E27FC236}">
                <a16:creationId xmlns:a16="http://schemas.microsoft.com/office/drawing/2014/main" id="{441E37C3-648F-31BC-C9B2-3D993E6AFE3B}"/>
              </a:ext>
            </a:extLst>
          </p:cNvPr>
          <p:cNvPicPr>
            <a:picLocks noChangeAspect="1"/>
          </p:cNvPicPr>
          <p:nvPr/>
        </p:nvPicPr>
        <p:blipFill>
          <a:blip r:embed="rId7"/>
          <a:stretch>
            <a:fillRect/>
          </a:stretch>
        </p:blipFill>
        <p:spPr>
          <a:xfrm>
            <a:off x="4486450" y="2652251"/>
            <a:ext cx="5053790" cy="2278024"/>
          </a:xfrm>
          <a:prstGeom prst="round2DiagRect">
            <a:avLst>
              <a:gd name="adj1" fmla="val 4290"/>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33B617EA-B541-872B-90E4-15FE88C4F38D}"/>
            </a:ext>
          </a:extLst>
        </p:cNvPr>
        <p:cNvGrpSpPr/>
        <p:nvPr/>
      </p:nvGrpSpPr>
      <p:grpSpPr>
        <a:xfrm>
          <a:off x="0" y="0"/>
          <a:ext cx="0" cy="0"/>
          <a:chOff x="0" y="0"/>
          <a:chExt cx="0" cy="0"/>
        </a:xfrm>
      </p:grpSpPr>
      <p:pic>
        <p:nvPicPr>
          <p:cNvPr id="93" name="Google Shape;93;p18" title="Vector.png">
            <a:extLst>
              <a:ext uri="{FF2B5EF4-FFF2-40B4-BE49-F238E27FC236}">
                <a16:creationId xmlns:a16="http://schemas.microsoft.com/office/drawing/2014/main" id="{1944EF2B-DFD2-BBD2-9D3C-65952E7300F6}"/>
              </a:ext>
            </a:extLst>
          </p:cNvPr>
          <p:cNvPicPr preferRelativeResize="0"/>
          <p:nvPr/>
        </p:nvPicPr>
        <p:blipFill>
          <a:blip r:embed="rId3">
            <a:alphaModFix/>
          </a:blip>
          <a:stretch>
            <a:fillRect/>
          </a:stretch>
        </p:blipFill>
        <p:spPr>
          <a:xfrm>
            <a:off x="273100" y="245250"/>
            <a:ext cx="925600" cy="218300"/>
          </a:xfrm>
          <a:prstGeom prst="rect">
            <a:avLst/>
          </a:prstGeom>
          <a:noFill/>
          <a:ln>
            <a:noFill/>
          </a:ln>
        </p:spPr>
      </p:pic>
      <p:pic>
        <p:nvPicPr>
          <p:cNvPr id="94" name="Google Shape;94;p18" title="Group 3.png">
            <a:extLst>
              <a:ext uri="{FF2B5EF4-FFF2-40B4-BE49-F238E27FC236}">
                <a16:creationId xmlns:a16="http://schemas.microsoft.com/office/drawing/2014/main" id="{D490114A-46F5-FC7C-92AF-2317243A35F2}"/>
              </a:ext>
            </a:extLst>
          </p:cNvPr>
          <p:cNvPicPr preferRelativeResize="0"/>
          <p:nvPr/>
        </p:nvPicPr>
        <p:blipFill>
          <a:blip r:embed="rId4">
            <a:alphaModFix/>
          </a:blip>
          <a:stretch>
            <a:fillRect/>
          </a:stretch>
        </p:blipFill>
        <p:spPr>
          <a:xfrm>
            <a:off x="7728375" y="213225"/>
            <a:ext cx="1055575" cy="282350"/>
          </a:xfrm>
          <a:prstGeom prst="rect">
            <a:avLst/>
          </a:prstGeom>
          <a:noFill/>
          <a:ln>
            <a:noFill/>
          </a:ln>
        </p:spPr>
      </p:pic>
      <p:pic>
        <p:nvPicPr>
          <p:cNvPr id="95" name="Google Shape;95;p18" title="Imobilothon final logo 5.0-01 1.png">
            <a:extLst>
              <a:ext uri="{FF2B5EF4-FFF2-40B4-BE49-F238E27FC236}">
                <a16:creationId xmlns:a16="http://schemas.microsoft.com/office/drawing/2014/main" id="{8055A6DA-59C1-1EA4-C218-AE25B445CA48}"/>
              </a:ext>
            </a:extLst>
          </p:cNvPr>
          <p:cNvPicPr preferRelativeResize="0"/>
          <p:nvPr/>
        </p:nvPicPr>
        <p:blipFill>
          <a:blip r:embed="rId5">
            <a:alphaModFix/>
          </a:blip>
          <a:stretch>
            <a:fillRect/>
          </a:stretch>
        </p:blipFill>
        <p:spPr>
          <a:xfrm>
            <a:off x="2967238" y="8337"/>
            <a:ext cx="3209537" cy="692129"/>
          </a:xfrm>
          <a:prstGeom prst="rect">
            <a:avLst/>
          </a:prstGeom>
          <a:noFill/>
          <a:ln>
            <a:noFill/>
          </a:ln>
        </p:spPr>
      </p:pic>
      <p:sp>
        <p:nvSpPr>
          <p:cNvPr id="96" name="Google Shape;96;p18">
            <a:extLst>
              <a:ext uri="{FF2B5EF4-FFF2-40B4-BE49-F238E27FC236}">
                <a16:creationId xmlns:a16="http://schemas.microsoft.com/office/drawing/2014/main" id="{9203ABEB-7AAE-FFD1-8921-60FBBC64FE38}"/>
              </a:ext>
            </a:extLst>
          </p:cNvPr>
          <p:cNvSpPr txBox="1"/>
          <p:nvPr/>
        </p:nvSpPr>
        <p:spPr>
          <a:xfrm>
            <a:off x="6100908" y="1180004"/>
            <a:ext cx="2911760" cy="59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a:t>Mock – UI for Provider Web Application</a:t>
            </a:r>
            <a:endParaRPr sz="1800" b="1" dirty="0"/>
          </a:p>
        </p:txBody>
      </p:sp>
      <p:pic>
        <p:nvPicPr>
          <p:cNvPr id="4" name="Picture 3">
            <a:extLst>
              <a:ext uri="{FF2B5EF4-FFF2-40B4-BE49-F238E27FC236}">
                <a16:creationId xmlns:a16="http://schemas.microsoft.com/office/drawing/2014/main" id="{B895DB35-7201-6F24-18FB-08C0A78D7319}"/>
              </a:ext>
            </a:extLst>
          </p:cNvPr>
          <p:cNvPicPr>
            <a:picLocks noChangeAspect="1"/>
          </p:cNvPicPr>
          <p:nvPr/>
        </p:nvPicPr>
        <p:blipFill>
          <a:blip r:embed="rId6"/>
          <a:stretch>
            <a:fillRect/>
          </a:stretch>
        </p:blipFill>
        <p:spPr>
          <a:xfrm>
            <a:off x="207755" y="830006"/>
            <a:ext cx="5670676" cy="2591374"/>
          </a:xfrm>
          <a:prstGeom prst="round2DiagRect">
            <a:avLst>
              <a:gd name="adj1" fmla="val 2618"/>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700941A4-0354-7D4E-8A5B-CEE25153A9A6}"/>
              </a:ext>
            </a:extLst>
          </p:cNvPr>
          <p:cNvPicPr>
            <a:picLocks noChangeAspect="1"/>
          </p:cNvPicPr>
          <p:nvPr/>
        </p:nvPicPr>
        <p:blipFill>
          <a:blip r:embed="rId7"/>
          <a:stretch>
            <a:fillRect/>
          </a:stretch>
        </p:blipFill>
        <p:spPr>
          <a:xfrm>
            <a:off x="4678680" y="2816721"/>
            <a:ext cx="4762500" cy="2168394"/>
          </a:xfrm>
          <a:prstGeom prst="round2DiagRect">
            <a:avLst>
              <a:gd name="adj1" fmla="val 682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007223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218358C6-536F-1984-D6BE-13E9448D9B48}"/>
            </a:ext>
          </a:extLst>
        </p:cNvPr>
        <p:cNvGrpSpPr/>
        <p:nvPr/>
      </p:nvGrpSpPr>
      <p:grpSpPr>
        <a:xfrm>
          <a:off x="0" y="0"/>
          <a:ext cx="0" cy="0"/>
          <a:chOff x="0" y="0"/>
          <a:chExt cx="0" cy="0"/>
        </a:xfrm>
      </p:grpSpPr>
      <p:pic>
        <p:nvPicPr>
          <p:cNvPr id="93" name="Google Shape;93;p18" title="Vector.png">
            <a:extLst>
              <a:ext uri="{FF2B5EF4-FFF2-40B4-BE49-F238E27FC236}">
                <a16:creationId xmlns:a16="http://schemas.microsoft.com/office/drawing/2014/main" id="{8FB63CBF-D5CF-BF84-6ACE-FEB6D7E878D9}"/>
              </a:ext>
            </a:extLst>
          </p:cNvPr>
          <p:cNvPicPr preferRelativeResize="0"/>
          <p:nvPr/>
        </p:nvPicPr>
        <p:blipFill>
          <a:blip r:embed="rId3">
            <a:alphaModFix/>
          </a:blip>
          <a:stretch>
            <a:fillRect/>
          </a:stretch>
        </p:blipFill>
        <p:spPr>
          <a:xfrm>
            <a:off x="273100" y="245250"/>
            <a:ext cx="925600" cy="218300"/>
          </a:xfrm>
          <a:prstGeom prst="rect">
            <a:avLst/>
          </a:prstGeom>
          <a:noFill/>
          <a:ln>
            <a:noFill/>
          </a:ln>
        </p:spPr>
      </p:pic>
      <p:pic>
        <p:nvPicPr>
          <p:cNvPr id="94" name="Google Shape;94;p18" title="Group 3.png">
            <a:extLst>
              <a:ext uri="{FF2B5EF4-FFF2-40B4-BE49-F238E27FC236}">
                <a16:creationId xmlns:a16="http://schemas.microsoft.com/office/drawing/2014/main" id="{6975FC0F-1B8A-79B3-0B8B-E60DDCAF52EA}"/>
              </a:ext>
            </a:extLst>
          </p:cNvPr>
          <p:cNvPicPr preferRelativeResize="0"/>
          <p:nvPr/>
        </p:nvPicPr>
        <p:blipFill>
          <a:blip r:embed="rId4">
            <a:alphaModFix/>
          </a:blip>
          <a:stretch>
            <a:fillRect/>
          </a:stretch>
        </p:blipFill>
        <p:spPr>
          <a:xfrm>
            <a:off x="7728375" y="213225"/>
            <a:ext cx="1055575" cy="282350"/>
          </a:xfrm>
          <a:prstGeom prst="rect">
            <a:avLst/>
          </a:prstGeom>
          <a:noFill/>
          <a:ln>
            <a:noFill/>
          </a:ln>
        </p:spPr>
      </p:pic>
      <p:pic>
        <p:nvPicPr>
          <p:cNvPr id="95" name="Google Shape;95;p18" title="Imobilothon final logo 5.0-01 1.png">
            <a:extLst>
              <a:ext uri="{FF2B5EF4-FFF2-40B4-BE49-F238E27FC236}">
                <a16:creationId xmlns:a16="http://schemas.microsoft.com/office/drawing/2014/main" id="{1251959D-F1BF-8729-A87E-C87C5261DAA6}"/>
              </a:ext>
            </a:extLst>
          </p:cNvPr>
          <p:cNvPicPr preferRelativeResize="0"/>
          <p:nvPr/>
        </p:nvPicPr>
        <p:blipFill>
          <a:blip r:embed="rId5">
            <a:alphaModFix/>
          </a:blip>
          <a:stretch>
            <a:fillRect/>
          </a:stretch>
        </p:blipFill>
        <p:spPr>
          <a:xfrm>
            <a:off x="2967238" y="8337"/>
            <a:ext cx="3209537" cy="692129"/>
          </a:xfrm>
          <a:prstGeom prst="rect">
            <a:avLst/>
          </a:prstGeom>
          <a:noFill/>
          <a:ln>
            <a:noFill/>
          </a:ln>
        </p:spPr>
      </p:pic>
      <p:sp>
        <p:nvSpPr>
          <p:cNvPr id="96" name="Google Shape;96;p18">
            <a:extLst>
              <a:ext uri="{FF2B5EF4-FFF2-40B4-BE49-F238E27FC236}">
                <a16:creationId xmlns:a16="http://schemas.microsoft.com/office/drawing/2014/main" id="{F2ACFBB6-A4CC-231C-4D19-DFBAFEABDE63}"/>
              </a:ext>
            </a:extLst>
          </p:cNvPr>
          <p:cNvSpPr txBox="1"/>
          <p:nvPr/>
        </p:nvSpPr>
        <p:spPr>
          <a:xfrm>
            <a:off x="4657980" y="799526"/>
            <a:ext cx="4425059" cy="59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a:t>Mock – UI of Users(car-owners) Mobile App</a:t>
            </a:r>
            <a:endParaRPr sz="1800" b="1" dirty="0"/>
          </a:p>
        </p:txBody>
      </p:sp>
      <p:pic>
        <p:nvPicPr>
          <p:cNvPr id="3" name="Picture 2">
            <a:extLst>
              <a:ext uri="{FF2B5EF4-FFF2-40B4-BE49-F238E27FC236}">
                <a16:creationId xmlns:a16="http://schemas.microsoft.com/office/drawing/2014/main" id="{ECCC71BD-FD7F-FC9B-9FB7-27318F88071C}"/>
              </a:ext>
            </a:extLst>
          </p:cNvPr>
          <p:cNvPicPr>
            <a:picLocks noChangeAspect="1"/>
          </p:cNvPicPr>
          <p:nvPr/>
        </p:nvPicPr>
        <p:blipFill>
          <a:blip r:embed="rId6"/>
          <a:stretch>
            <a:fillRect/>
          </a:stretch>
        </p:blipFill>
        <p:spPr>
          <a:xfrm>
            <a:off x="131332" y="665578"/>
            <a:ext cx="1862740" cy="381234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6" name="Picture 5">
            <a:extLst>
              <a:ext uri="{FF2B5EF4-FFF2-40B4-BE49-F238E27FC236}">
                <a16:creationId xmlns:a16="http://schemas.microsoft.com/office/drawing/2014/main" id="{B9A590A6-404E-C2E6-14B7-5FD633C377B4}"/>
              </a:ext>
            </a:extLst>
          </p:cNvPr>
          <p:cNvPicPr>
            <a:picLocks noChangeAspect="1"/>
          </p:cNvPicPr>
          <p:nvPr/>
        </p:nvPicPr>
        <p:blipFill>
          <a:blip r:embed="rId7"/>
          <a:stretch>
            <a:fillRect/>
          </a:stretch>
        </p:blipFill>
        <p:spPr>
          <a:xfrm>
            <a:off x="2308961" y="799526"/>
            <a:ext cx="2011579" cy="409630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9" name="Picture 8">
            <a:extLst>
              <a:ext uri="{FF2B5EF4-FFF2-40B4-BE49-F238E27FC236}">
                <a16:creationId xmlns:a16="http://schemas.microsoft.com/office/drawing/2014/main" id="{BD85683A-50C7-A133-4456-3906F209E46D}"/>
              </a:ext>
            </a:extLst>
          </p:cNvPr>
          <p:cNvPicPr>
            <a:picLocks noChangeAspect="1"/>
          </p:cNvPicPr>
          <p:nvPr/>
        </p:nvPicPr>
        <p:blipFill>
          <a:blip r:embed="rId8"/>
          <a:stretch>
            <a:fillRect/>
          </a:stretch>
        </p:blipFill>
        <p:spPr>
          <a:xfrm>
            <a:off x="4572000" y="1778804"/>
            <a:ext cx="1541861" cy="318516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1" name="Picture 10">
            <a:extLst>
              <a:ext uri="{FF2B5EF4-FFF2-40B4-BE49-F238E27FC236}">
                <a16:creationId xmlns:a16="http://schemas.microsoft.com/office/drawing/2014/main" id="{6DFBB588-62FE-E83E-8ABA-E9D7E779B51A}"/>
              </a:ext>
            </a:extLst>
          </p:cNvPr>
          <p:cNvPicPr>
            <a:picLocks noChangeAspect="1"/>
          </p:cNvPicPr>
          <p:nvPr/>
        </p:nvPicPr>
        <p:blipFill>
          <a:blip r:embed="rId9"/>
          <a:srcRect l="3981" t="561"/>
          <a:stretch>
            <a:fillRect/>
          </a:stretch>
        </p:blipFill>
        <p:spPr>
          <a:xfrm>
            <a:off x="6660183" y="1343248"/>
            <a:ext cx="1683717" cy="358702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787467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71235575-E5AD-839F-9F5C-4EF106D82A1A}"/>
            </a:ext>
          </a:extLst>
        </p:cNvPr>
        <p:cNvGrpSpPr/>
        <p:nvPr/>
      </p:nvGrpSpPr>
      <p:grpSpPr>
        <a:xfrm>
          <a:off x="0" y="0"/>
          <a:ext cx="0" cy="0"/>
          <a:chOff x="0" y="0"/>
          <a:chExt cx="0" cy="0"/>
        </a:xfrm>
      </p:grpSpPr>
      <p:pic>
        <p:nvPicPr>
          <p:cNvPr id="93" name="Google Shape;93;p18" title="Vector.png">
            <a:extLst>
              <a:ext uri="{FF2B5EF4-FFF2-40B4-BE49-F238E27FC236}">
                <a16:creationId xmlns:a16="http://schemas.microsoft.com/office/drawing/2014/main" id="{1777B958-0D24-00DA-C0AB-A9552F953198}"/>
              </a:ext>
            </a:extLst>
          </p:cNvPr>
          <p:cNvPicPr preferRelativeResize="0"/>
          <p:nvPr/>
        </p:nvPicPr>
        <p:blipFill>
          <a:blip r:embed="rId3">
            <a:alphaModFix/>
          </a:blip>
          <a:stretch>
            <a:fillRect/>
          </a:stretch>
        </p:blipFill>
        <p:spPr>
          <a:xfrm>
            <a:off x="273100" y="245250"/>
            <a:ext cx="925600" cy="218300"/>
          </a:xfrm>
          <a:prstGeom prst="rect">
            <a:avLst/>
          </a:prstGeom>
          <a:noFill/>
          <a:ln>
            <a:noFill/>
          </a:ln>
        </p:spPr>
      </p:pic>
      <p:pic>
        <p:nvPicPr>
          <p:cNvPr id="94" name="Google Shape;94;p18" title="Group 3.png">
            <a:extLst>
              <a:ext uri="{FF2B5EF4-FFF2-40B4-BE49-F238E27FC236}">
                <a16:creationId xmlns:a16="http://schemas.microsoft.com/office/drawing/2014/main" id="{A17DB209-EAEC-7D71-8E4B-8689B3AFA4B0}"/>
              </a:ext>
            </a:extLst>
          </p:cNvPr>
          <p:cNvPicPr preferRelativeResize="0"/>
          <p:nvPr/>
        </p:nvPicPr>
        <p:blipFill>
          <a:blip r:embed="rId4">
            <a:alphaModFix/>
          </a:blip>
          <a:stretch>
            <a:fillRect/>
          </a:stretch>
        </p:blipFill>
        <p:spPr>
          <a:xfrm>
            <a:off x="7728375" y="213225"/>
            <a:ext cx="1055575" cy="282350"/>
          </a:xfrm>
          <a:prstGeom prst="rect">
            <a:avLst/>
          </a:prstGeom>
          <a:noFill/>
          <a:ln>
            <a:noFill/>
          </a:ln>
        </p:spPr>
      </p:pic>
      <p:pic>
        <p:nvPicPr>
          <p:cNvPr id="95" name="Google Shape;95;p18" title="Imobilothon final logo 5.0-01 1.png">
            <a:extLst>
              <a:ext uri="{FF2B5EF4-FFF2-40B4-BE49-F238E27FC236}">
                <a16:creationId xmlns:a16="http://schemas.microsoft.com/office/drawing/2014/main" id="{CA8BF1B6-6ACA-E167-26D8-AE38C7031FBF}"/>
              </a:ext>
            </a:extLst>
          </p:cNvPr>
          <p:cNvPicPr preferRelativeResize="0"/>
          <p:nvPr/>
        </p:nvPicPr>
        <p:blipFill>
          <a:blip r:embed="rId5">
            <a:alphaModFix/>
          </a:blip>
          <a:stretch>
            <a:fillRect/>
          </a:stretch>
        </p:blipFill>
        <p:spPr>
          <a:xfrm>
            <a:off x="2967238" y="8337"/>
            <a:ext cx="3209537" cy="692129"/>
          </a:xfrm>
          <a:prstGeom prst="rect">
            <a:avLst/>
          </a:prstGeom>
          <a:noFill/>
          <a:ln>
            <a:noFill/>
          </a:ln>
        </p:spPr>
      </p:pic>
      <p:sp>
        <p:nvSpPr>
          <p:cNvPr id="96" name="Google Shape;96;p18">
            <a:extLst>
              <a:ext uri="{FF2B5EF4-FFF2-40B4-BE49-F238E27FC236}">
                <a16:creationId xmlns:a16="http://schemas.microsoft.com/office/drawing/2014/main" id="{F4C0B303-5801-4E92-5440-7F2B66CA4B37}"/>
              </a:ext>
            </a:extLst>
          </p:cNvPr>
          <p:cNvSpPr txBox="1"/>
          <p:nvPr/>
        </p:nvSpPr>
        <p:spPr>
          <a:xfrm>
            <a:off x="4657980" y="799526"/>
            <a:ext cx="4425059" cy="59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a:t>Mock – UI of Users(car-owners) Mobile App</a:t>
            </a:r>
            <a:endParaRPr sz="1800" b="1" dirty="0"/>
          </a:p>
        </p:txBody>
      </p:sp>
      <p:pic>
        <p:nvPicPr>
          <p:cNvPr id="4" name="Picture 3">
            <a:extLst>
              <a:ext uri="{FF2B5EF4-FFF2-40B4-BE49-F238E27FC236}">
                <a16:creationId xmlns:a16="http://schemas.microsoft.com/office/drawing/2014/main" id="{62A6A770-BD0F-8C32-E95E-8B8BF9C0D4E7}"/>
              </a:ext>
            </a:extLst>
          </p:cNvPr>
          <p:cNvPicPr>
            <a:picLocks noChangeAspect="1"/>
          </p:cNvPicPr>
          <p:nvPr/>
        </p:nvPicPr>
        <p:blipFill>
          <a:blip r:embed="rId6"/>
          <a:stretch>
            <a:fillRect/>
          </a:stretch>
        </p:blipFill>
        <p:spPr>
          <a:xfrm>
            <a:off x="273100" y="700466"/>
            <a:ext cx="2035046" cy="419862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F1805D81-859A-E3A3-B36F-C02D0D53FB04}"/>
              </a:ext>
            </a:extLst>
          </p:cNvPr>
          <p:cNvPicPr>
            <a:picLocks noChangeAspect="1"/>
          </p:cNvPicPr>
          <p:nvPr/>
        </p:nvPicPr>
        <p:blipFill>
          <a:blip r:embed="rId7"/>
          <a:stretch>
            <a:fillRect/>
          </a:stretch>
        </p:blipFill>
        <p:spPr>
          <a:xfrm>
            <a:off x="2570236" y="799526"/>
            <a:ext cx="2001764" cy="40767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0" name="Picture 9">
            <a:extLst>
              <a:ext uri="{FF2B5EF4-FFF2-40B4-BE49-F238E27FC236}">
                <a16:creationId xmlns:a16="http://schemas.microsoft.com/office/drawing/2014/main" id="{B1AADFC0-F4A0-1B69-41A0-4337820F1C3D}"/>
              </a:ext>
            </a:extLst>
          </p:cNvPr>
          <p:cNvPicPr>
            <a:picLocks noChangeAspect="1"/>
          </p:cNvPicPr>
          <p:nvPr/>
        </p:nvPicPr>
        <p:blipFill>
          <a:blip r:embed="rId8"/>
          <a:stretch>
            <a:fillRect/>
          </a:stretch>
        </p:blipFill>
        <p:spPr>
          <a:xfrm>
            <a:off x="5374941" y="1322126"/>
            <a:ext cx="1733450" cy="357696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626623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3" name="Picture 2">
            <a:extLst>
              <a:ext uri="{FF2B5EF4-FFF2-40B4-BE49-F238E27FC236}">
                <a16:creationId xmlns:a16="http://schemas.microsoft.com/office/drawing/2014/main" id="{898B4A88-2477-DC88-B624-68BF738B5181}"/>
              </a:ext>
            </a:extLst>
          </p:cNvPr>
          <p:cNvPicPr>
            <a:picLocks noChangeAspect="1"/>
          </p:cNvPicPr>
          <p:nvPr/>
        </p:nvPicPr>
        <p:blipFill>
          <a:blip r:embed="rId3"/>
          <a:stretch>
            <a:fillRect/>
          </a:stretch>
        </p:blipFill>
        <p:spPr>
          <a:xfrm>
            <a:off x="1137425" y="888657"/>
            <a:ext cx="7947102" cy="4153128"/>
          </a:xfrm>
          <a:prstGeom prst="rect">
            <a:avLst/>
          </a:prstGeom>
        </p:spPr>
      </p:pic>
      <p:pic>
        <p:nvPicPr>
          <p:cNvPr id="101" name="Google Shape;101;p19" title="Vector.png"/>
          <p:cNvPicPr preferRelativeResize="0"/>
          <p:nvPr/>
        </p:nvPicPr>
        <p:blipFill>
          <a:blip r:embed="rId4">
            <a:alphaModFix/>
          </a:blip>
          <a:stretch>
            <a:fillRect/>
          </a:stretch>
        </p:blipFill>
        <p:spPr>
          <a:xfrm>
            <a:off x="273100" y="245250"/>
            <a:ext cx="925600" cy="218300"/>
          </a:xfrm>
          <a:prstGeom prst="rect">
            <a:avLst/>
          </a:prstGeom>
          <a:noFill/>
          <a:ln>
            <a:noFill/>
          </a:ln>
        </p:spPr>
      </p:pic>
      <p:pic>
        <p:nvPicPr>
          <p:cNvPr id="102" name="Google Shape;102;p19" title="Group 3.png"/>
          <p:cNvPicPr preferRelativeResize="0"/>
          <p:nvPr/>
        </p:nvPicPr>
        <p:blipFill>
          <a:blip r:embed="rId5">
            <a:alphaModFix/>
          </a:blip>
          <a:stretch>
            <a:fillRect/>
          </a:stretch>
        </p:blipFill>
        <p:spPr>
          <a:xfrm>
            <a:off x="7728375" y="213225"/>
            <a:ext cx="1055575" cy="282350"/>
          </a:xfrm>
          <a:prstGeom prst="rect">
            <a:avLst/>
          </a:prstGeom>
          <a:noFill/>
          <a:ln>
            <a:noFill/>
          </a:ln>
        </p:spPr>
      </p:pic>
      <p:pic>
        <p:nvPicPr>
          <p:cNvPr id="103" name="Google Shape;103;p19" title="Imobilothon final logo 5.0-01 1.png"/>
          <p:cNvPicPr preferRelativeResize="0"/>
          <p:nvPr/>
        </p:nvPicPr>
        <p:blipFill>
          <a:blip r:embed="rId6">
            <a:alphaModFix/>
          </a:blip>
          <a:stretch>
            <a:fillRect/>
          </a:stretch>
        </p:blipFill>
        <p:spPr>
          <a:xfrm>
            <a:off x="2967238" y="8337"/>
            <a:ext cx="3209537" cy="692129"/>
          </a:xfrm>
          <a:prstGeom prst="rect">
            <a:avLst/>
          </a:prstGeom>
          <a:noFill/>
          <a:ln>
            <a:noFill/>
          </a:ln>
        </p:spPr>
      </p:pic>
      <p:sp>
        <p:nvSpPr>
          <p:cNvPr id="104" name="Google Shape;104;p19"/>
          <p:cNvSpPr txBox="1"/>
          <p:nvPr/>
        </p:nvSpPr>
        <p:spPr>
          <a:xfrm>
            <a:off x="171050" y="607231"/>
            <a:ext cx="8820900" cy="59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dirty="0"/>
              <a:t>Architecture diagram of the proposed solution</a:t>
            </a:r>
            <a:endParaRPr sz="1800" b="1" dirty="0"/>
          </a:p>
        </p:txBody>
      </p:sp>
      <p:sp>
        <p:nvSpPr>
          <p:cNvPr id="5" name="TextBox 4">
            <a:extLst>
              <a:ext uri="{FF2B5EF4-FFF2-40B4-BE49-F238E27FC236}">
                <a16:creationId xmlns:a16="http://schemas.microsoft.com/office/drawing/2014/main" id="{8899DFAF-FA14-373F-698B-B4AE642D3CEA}"/>
              </a:ext>
            </a:extLst>
          </p:cNvPr>
          <p:cNvSpPr txBox="1"/>
          <p:nvPr/>
        </p:nvSpPr>
        <p:spPr>
          <a:xfrm>
            <a:off x="171050" y="5006956"/>
            <a:ext cx="9314985" cy="169277"/>
          </a:xfrm>
          <a:prstGeom prst="rect">
            <a:avLst/>
          </a:prstGeom>
          <a:noFill/>
        </p:spPr>
        <p:txBody>
          <a:bodyPr wrap="square">
            <a:spAutoFit/>
          </a:bodyPr>
          <a:lstStyle/>
          <a:p>
            <a:r>
              <a:rPr lang="en-US" sz="500" dirty="0"/>
              <a:t>The icons, logos, and trademarks used in this diagram are the property of their respective owners. They are included here for illustrative and educational purposes only to represent technologies, frameworks, or services conceptually. No endorsement, affiliation, or ownership is implied.</a:t>
            </a:r>
            <a:endParaRPr lang="en-IN" sz="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20" title="Vector.png"/>
          <p:cNvPicPr preferRelativeResize="0"/>
          <p:nvPr/>
        </p:nvPicPr>
        <p:blipFill>
          <a:blip r:embed="rId3">
            <a:alphaModFix/>
          </a:blip>
          <a:stretch>
            <a:fillRect/>
          </a:stretch>
        </p:blipFill>
        <p:spPr>
          <a:xfrm>
            <a:off x="273100" y="245250"/>
            <a:ext cx="925600" cy="218300"/>
          </a:xfrm>
          <a:prstGeom prst="rect">
            <a:avLst/>
          </a:prstGeom>
          <a:noFill/>
          <a:ln>
            <a:noFill/>
          </a:ln>
        </p:spPr>
      </p:pic>
      <p:pic>
        <p:nvPicPr>
          <p:cNvPr id="110" name="Google Shape;110;p20" title="Group 3.png"/>
          <p:cNvPicPr preferRelativeResize="0"/>
          <p:nvPr/>
        </p:nvPicPr>
        <p:blipFill>
          <a:blip r:embed="rId4">
            <a:alphaModFix/>
          </a:blip>
          <a:stretch>
            <a:fillRect/>
          </a:stretch>
        </p:blipFill>
        <p:spPr>
          <a:xfrm>
            <a:off x="7728375" y="213225"/>
            <a:ext cx="1055575" cy="282350"/>
          </a:xfrm>
          <a:prstGeom prst="rect">
            <a:avLst/>
          </a:prstGeom>
          <a:noFill/>
          <a:ln>
            <a:noFill/>
          </a:ln>
        </p:spPr>
      </p:pic>
      <p:pic>
        <p:nvPicPr>
          <p:cNvPr id="111" name="Google Shape;111;p20" title="Imobilothon final logo 5.0-01 1.png"/>
          <p:cNvPicPr preferRelativeResize="0"/>
          <p:nvPr/>
        </p:nvPicPr>
        <p:blipFill>
          <a:blip r:embed="rId5">
            <a:alphaModFix/>
          </a:blip>
          <a:stretch>
            <a:fillRect/>
          </a:stretch>
        </p:blipFill>
        <p:spPr>
          <a:xfrm>
            <a:off x="2967238" y="8337"/>
            <a:ext cx="3209537" cy="692129"/>
          </a:xfrm>
          <a:prstGeom prst="rect">
            <a:avLst/>
          </a:prstGeom>
          <a:noFill/>
          <a:ln>
            <a:noFill/>
          </a:ln>
        </p:spPr>
      </p:pic>
      <p:sp>
        <p:nvSpPr>
          <p:cNvPr id="112" name="Google Shape;112;p20"/>
          <p:cNvSpPr txBox="1"/>
          <p:nvPr/>
        </p:nvSpPr>
        <p:spPr>
          <a:xfrm>
            <a:off x="158825" y="855225"/>
            <a:ext cx="8784300" cy="45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b="1"/>
              <a:t>Technologies to be used in the solution</a:t>
            </a:r>
            <a:endParaRPr sz="1800" b="1"/>
          </a:p>
        </p:txBody>
      </p:sp>
      <p:grpSp>
        <p:nvGrpSpPr>
          <p:cNvPr id="20" name="Group 19">
            <a:extLst>
              <a:ext uri="{FF2B5EF4-FFF2-40B4-BE49-F238E27FC236}">
                <a16:creationId xmlns:a16="http://schemas.microsoft.com/office/drawing/2014/main" id="{1C0F76B5-2A37-B8B9-C67A-AC5FFD3E7DA1}"/>
              </a:ext>
            </a:extLst>
          </p:cNvPr>
          <p:cNvGrpSpPr/>
          <p:nvPr/>
        </p:nvGrpSpPr>
        <p:grpSpPr>
          <a:xfrm>
            <a:off x="258003" y="1342241"/>
            <a:ext cx="8505314" cy="3560666"/>
            <a:chOff x="258003" y="1342241"/>
            <a:chExt cx="8505314" cy="3560666"/>
          </a:xfrm>
        </p:grpSpPr>
        <p:pic>
          <p:nvPicPr>
            <p:cNvPr id="5" name="object 5">
              <a:extLst>
                <a:ext uri="{FF2B5EF4-FFF2-40B4-BE49-F238E27FC236}">
                  <a16:creationId xmlns:a16="http://schemas.microsoft.com/office/drawing/2014/main" id="{21A8B4C2-77C0-1116-1FFC-7892A8EB9DE2}"/>
                </a:ext>
              </a:extLst>
            </p:cNvPr>
            <p:cNvPicPr/>
            <p:nvPr/>
          </p:nvPicPr>
          <p:blipFill>
            <a:blip r:embed="rId6" cstate="print"/>
            <a:stretch>
              <a:fillRect/>
            </a:stretch>
          </p:blipFill>
          <p:spPr>
            <a:xfrm>
              <a:off x="4426584" y="1416924"/>
              <a:ext cx="686473" cy="707885"/>
            </a:xfrm>
            <a:prstGeom prst="rect">
              <a:avLst/>
            </a:prstGeom>
          </p:spPr>
        </p:pic>
        <p:sp>
          <p:nvSpPr>
            <p:cNvPr id="6" name="object 6">
              <a:extLst>
                <a:ext uri="{FF2B5EF4-FFF2-40B4-BE49-F238E27FC236}">
                  <a16:creationId xmlns:a16="http://schemas.microsoft.com/office/drawing/2014/main" id="{F493F5B4-976A-5DD9-33E4-1DE8381F56AC}"/>
                </a:ext>
              </a:extLst>
            </p:cNvPr>
            <p:cNvSpPr txBox="1"/>
            <p:nvPr/>
          </p:nvSpPr>
          <p:spPr>
            <a:xfrm>
              <a:off x="5423153" y="1485111"/>
              <a:ext cx="2749550" cy="59759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1" i="0" u="none" strike="noStrike" kern="0" cap="none" spc="-10" normalizeH="0" baseline="0" noProof="0" dirty="0">
                  <a:ln>
                    <a:noFill/>
                  </a:ln>
                  <a:solidFill>
                    <a:sysClr val="windowText" lastClr="000000"/>
                  </a:solidFill>
                  <a:effectLst/>
                  <a:uLnTx/>
                  <a:uFillTx/>
                  <a:latin typeface="Arial"/>
                  <a:cs typeface="Arial"/>
                </a:rPr>
                <a:t>PostgreSQL/MySQL</a:t>
              </a:r>
              <a:r>
                <a:rPr kumimoji="0" sz="1400" b="0" i="0" u="none" strike="noStrike" kern="0" cap="none" spc="-10" normalizeH="0" baseline="0" noProof="0" dirty="0">
                  <a:ln>
                    <a:noFill/>
                  </a:ln>
                  <a:solidFill>
                    <a:sysClr val="windowText" lastClr="000000"/>
                  </a:solidFill>
                  <a:effectLst/>
                  <a:uLnTx/>
                  <a:uFillTx/>
                  <a:latin typeface="Arial MT"/>
                  <a:cs typeface="Arial MT"/>
                </a:rPr>
                <a:t>:</a:t>
              </a:r>
              <a:endParaRPr kumimoji="0" sz="1400" b="0" i="0" u="none" strike="noStrike" kern="0" cap="none" spc="0" normalizeH="0" baseline="0" noProof="0" dirty="0">
                <a:ln>
                  <a:noFill/>
                </a:ln>
                <a:solidFill>
                  <a:sysClr val="windowText" lastClr="000000"/>
                </a:solidFill>
                <a:effectLst/>
                <a:uLnTx/>
                <a:uFillTx/>
                <a:latin typeface="Arial MT"/>
                <a:cs typeface="Arial MT"/>
              </a:endParaRPr>
            </a:p>
            <a:p>
              <a:pPr marL="12700" lvl="0">
                <a:spcBef>
                  <a:spcPts val="10"/>
                </a:spcBef>
                <a:buClrTx/>
                <a:defRPr/>
              </a:pPr>
              <a:r>
                <a:rPr lang="en-IN" sz="1200" dirty="0"/>
                <a:t>System of record with geospatial queries for nearby inventory.</a:t>
              </a:r>
              <a:endParaRPr kumimoji="0" sz="1200" b="0" i="0" u="none" strike="noStrike" kern="0" cap="none" spc="0" normalizeH="0" baseline="0" noProof="0" dirty="0">
                <a:ln>
                  <a:noFill/>
                </a:ln>
                <a:solidFill>
                  <a:sysClr val="windowText" lastClr="000000"/>
                </a:solidFill>
                <a:effectLst/>
                <a:uLnTx/>
                <a:uFillTx/>
                <a:latin typeface="Arial MT"/>
                <a:cs typeface="Arial MT"/>
              </a:endParaRPr>
            </a:p>
          </p:txBody>
        </p:sp>
        <p:sp>
          <p:nvSpPr>
            <p:cNvPr id="7" name="object 7">
              <a:extLst>
                <a:ext uri="{FF2B5EF4-FFF2-40B4-BE49-F238E27FC236}">
                  <a16:creationId xmlns:a16="http://schemas.microsoft.com/office/drawing/2014/main" id="{18B2A627-829C-F75B-3627-6F5B5D0A62A9}"/>
                </a:ext>
              </a:extLst>
            </p:cNvPr>
            <p:cNvSpPr txBox="1"/>
            <p:nvPr/>
          </p:nvSpPr>
          <p:spPr>
            <a:xfrm>
              <a:off x="1256182" y="3240744"/>
              <a:ext cx="2433320" cy="59759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400" b="1" i="0" u="none" strike="noStrike" kern="0" cap="none" spc="0" normalizeH="0" baseline="0" noProof="0" dirty="0">
                  <a:ln>
                    <a:noFill/>
                  </a:ln>
                  <a:solidFill>
                    <a:sysClr val="windowText" lastClr="000000"/>
                  </a:solidFill>
                  <a:effectLst/>
                  <a:uLnTx/>
                  <a:uFillTx/>
                  <a:latin typeface="Arial"/>
                  <a:cs typeface="Arial"/>
                </a:rPr>
                <a:t>Spring boot</a:t>
              </a:r>
              <a:r>
                <a:rPr kumimoji="0" sz="1400" b="0" i="0" u="none" strike="noStrike" kern="0" cap="none" spc="-10" normalizeH="0" baseline="0" noProof="0" dirty="0">
                  <a:ln>
                    <a:noFill/>
                  </a:ln>
                  <a:solidFill>
                    <a:sysClr val="windowText" lastClr="000000"/>
                  </a:solidFill>
                  <a:effectLst/>
                  <a:uLnTx/>
                  <a:uFillTx/>
                  <a:latin typeface="Arial MT"/>
                  <a:cs typeface="Arial MT"/>
                </a:rPr>
                <a:t>:</a:t>
              </a:r>
              <a:endParaRPr kumimoji="0" lang="en-IN" sz="1400" b="0" i="0" u="none" strike="noStrike" kern="0" cap="none" spc="-10" normalizeH="0" baseline="0" noProof="0" dirty="0">
                <a:ln>
                  <a:noFill/>
                </a:ln>
                <a:solidFill>
                  <a:sysClr val="windowText" lastClr="000000"/>
                </a:solidFill>
                <a:effectLst/>
                <a:uLnTx/>
                <a:uFillTx/>
                <a:latin typeface="Arial MT"/>
                <a:cs typeface="Arial MT"/>
              </a:endParaRPr>
            </a:p>
            <a:p>
              <a:pPr marL="12700" lvl="0">
                <a:spcBef>
                  <a:spcPts val="10"/>
                </a:spcBef>
                <a:buClrTx/>
                <a:defRPr/>
              </a:pPr>
              <a:r>
                <a:rPr lang="en-IN" sz="1200" dirty="0"/>
                <a:t>Stateless microservices with secure API routing and rate limiting.</a:t>
              </a:r>
              <a:endParaRPr kumimoji="0" lang="en-IN" sz="1200" b="0" i="0" u="none" strike="noStrike" kern="0" cap="none" spc="0" normalizeH="0" baseline="0" noProof="0" dirty="0">
                <a:ln>
                  <a:noFill/>
                </a:ln>
                <a:solidFill>
                  <a:sysClr val="windowText" lastClr="000000"/>
                </a:solidFill>
                <a:effectLst/>
                <a:uLnTx/>
                <a:uFillTx/>
                <a:latin typeface="Arial MT"/>
                <a:cs typeface="Arial MT"/>
              </a:endParaRPr>
            </a:p>
          </p:txBody>
        </p:sp>
        <p:sp>
          <p:nvSpPr>
            <p:cNvPr id="8" name="object 8">
              <a:extLst>
                <a:ext uri="{FF2B5EF4-FFF2-40B4-BE49-F238E27FC236}">
                  <a16:creationId xmlns:a16="http://schemas.microsoft.com/office/drawing/2014/main" id="{F1B43C53-B563-EA7C-82BD-8903939AE50F}"/>
                </a:ext>
              </a:extLst>
            </p:cNvPr>
            <p:cNvSpPr txBox="1"/>
            <p:nvPr/>
          </p:nvSpPr>
          <p:spPr>
            <a:xfrm>
              <a:off x="1256182" y="3972615"/>
              <a:ext cx="2662555" cy="598241"/>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lang="en-IN" sz="1400" b="1" i="0" u="none" strike="noStrike" kern="0" cap="none" spc="-10" normalizeH="0" baseline="0" noProof="0" dirty="0">
                  <a:ln>
                    <a:noFill/>
                  </a:ln>
                  <a:solidFill>
                    <a:sysClr val="windowText" lastClr="000000"/>
                  </a:solidFill>
                  <a:effectLst/>
                  <a:uLnTx/>
                  <a:uFillTx/>
                  <a:latin typeface="Arial"/>
                  <a:cs typeface="Arial"/>
                </a:rPr>
                <a:t>JWT/OAuth</a:t>
              </a:r>
              <a:r>
                <a:rPr kumimoji="0" sz="1200" b="0" i="0" u="none" strike="noStrike" kern="0" cap="none" spc="-10" normalizeH="0" baseline="0" noProof="0" dirty="0">
                  <a:ln>
                    <a:noFill/>
                  </a:ln>
                  <a:solidFill>
                    <a:sysClr val="windowText" lastClr="000000"/>
                  </a:solidFill>
                  <a:effectLst/>
                  <a:uLnTx/>
                  <a:uFillTx/>
                  <a:latin typeface="Arial MT"/>
                  <a:cs typeface="Arial MT"/>
                </a:rPr>
                <a:t>:</a:t>
              </a:r>
              <a:endParaRPr kumimoji="0" sz="1200" b="0" i="0" u="none" strike="noStrike" kern="0" cap="none" spc="0" normalizeH="0" baseline="0" noProof="0" dirty="0">
                <a:ln>
                  <a:noFill/>
                </a:ln>
                <a:solidFill>
                  <a:sysClr val="windowText" lastClr="000000"/>
                </a:solidFill>
                <a:effectLst/>
                <a:uLnTx/>
                <a:uFillTx/>
                <a:latin typeface="Arial MT"/>
                <a:cs typeface="Arial MT"/>
              </a:endParaRPr>
            </a:p>
            <a:p>
              <a:pPr marL="12700" marR="5080" lvl="0">
                <a:spcBef>
                  <a:spcPts val="10"/>
                </a:spcBef>
                <a:buClrTx/>
                <a:defRPr/>
              </a:pPr>
              <a:r>
                <a:rPr lang="en-US" sz="1200" dirty="0" err="1"/>
                <a:t>entralized</a:t>
              </a:r>
              <a:r>
                <a:rPr lang="en-US" sz="1200" dirty="0"/>
                <a:t> authentication/authorization with roles and token issuance.</a:t>
              </a:r>
              <a:endParaRPr kumimoji="0" sz="1200" b="0" i="0" u="none" strike="noStrike" kern="0" cap="none" spc="0" normalizeH="0" baseline="0" noProof="0" dirty="0">
                <a:ln>
                  <a:noFill/>
                </a:ln>
                <a:solidFill>
                  <a:sysClr val="windowText" lastClr="000000"/>
                </a:solidFill>
                <a:effectLst/>
                <a:uLnTx/>
                <a:uFillTx/>
                <a:latin typeface="Arial MT"/>
                <a:cs typeface="Arial MT"/>
              </a:endParaRPr>
            </a:p>
          </p:txBody>
        </p:sp>
        <p:pic>
          <p:nvPicPr>
            <p:cNvPr id="9" name="object 11">
              <a:extLst>
                <a:ext uri="{FF2B5EF4-FFF2-40B4-BE49-F238E27FC236}">
                  <a16:creationId xmlns:a16="http://schemas.microsoft.com/office/drawing/2014/main" id="{3F9C733C-B86D-4BDC-FD2F-0FAFA6442742}"/>
                </a:ext>
              </a:extLst>
            </p:cNvPr>
            <p:cNvPicPr/>
            <p:nvPr/>
          </p:nvPicPr>
          <p:blipFill>
            <a:blip r:embed="rId7" cstate="print"/>
            <a:stretch>
              <a:fillRect/>
            </a:stretch>
          </p:blipFill>
          <p:spPr>
            <a:xfrm>
              <a:off x="371754" y="2285415"/>
              <a:ext cx="677113" cy="677113"/>
            </a:xfrm>
            <a:prstGeom prst="rect">
              <a:avLst/>
            </a:prstGeom>
          </p:spPr>
        </p:pic>
        <p:sp>
          <p:nvSpPr>
            <p:cNvPr id="10" name="object 12">
              <a:extLst>
                <a:ext uri="{FF2B5EF4-FFF2-40B4-BE49-F238E27FC236}">
                  <a16:creationId xmlns:a16="http://schemas.microsoft.com/office/drawing/2014/main" id="{88D61EC1-41A0-E85F-4F49-7625BCBABF6B}"/>
                </a:ext>
              </a:extLst>
            </p:cNvPr>
            <p:cNvSpPr txBox="1"/>
            <p:nvPr/>
          </p:nvSpPr>
          <p:spPr>
            <a:xfrm>
              <a:off x="1256182" y="1446402"/>
              <a:ext cx="2903220" cy="1660070"/>
            </a:xfrm>
            <a:prstGeom prst="rect">
              <a:avLst/>
            </a:prstGeom>
          </p:spPr>
          <p:txBody>
            <a:bodyPr vert="horz" wrap="square" lIns="0" tIns="13335" rIns="0" bIns="0" rtlCol="0">
              <a:spAutoFit/>
            </a:bodyPr>
            <a:lstStyle/>
            <a:p>
              <a:pPr marL="15875" marR="0" lvl="0" indent="0" defTabSz="914400" eaLnBrk="1" fontAlgn="auto" latinLnBrk="0" hangingPunct="1">
                <a:lnSpc>
                  <a:spcPct val="100000"/>
                </a:lnSpc>
                <a:spcBef>
                  <a:spcPts val="105"/>
                </a:spcBef>
                <a:spcAft>
                  <a:spcPts val="0"/>
                </a:spcAft>
                <a:buClrTx/>
                <a:buSzTx/>
                <a:buFontTx/>
                <a:buNone/>
                <a:tabLst/>
                <a:defRPr/>
              </a:pPr>
              <a:r>
                <a:rPr kumimoji="0" lang="en-US" sz="1400" b="1" i="0" u="none" strike="noStrike" kern="0" cap="none" spc="0" normalizeH="0" baseline="0" noProof="0" dirty="0">
                  <a:ln>
                    <a:noFill/>
                  </a:ln>
                  <a:solidFill>
                    <a:sysClr val="windowText" lastClr="000000"/>
                  </a:solidFill>
                  <a:effectLst/>
                  <a:uLnTx/>
                  <a:uFillTx/>
                  <a:latin typeface="Arial"/>
                  <a:cs typeface="Arial"/>
                </a:rPr>
                <a:t>Flutter</a:t>
              </a:r>
              <a:r>
                <a:rPr kumimoji="0" sz="1400" b="0" i="0" u="none" strike="noStrike" kern="0" cap="none" spc="-10" normalizeH="0" baseline="0" noProof="0" dirty="0">
                  <a:ln>
                    <a:noFill/>
                  </a:ln>
                  <a:solidFill>
                    <a:sysClr val="windowText" lastClr="000000"/>
                  </a:solidFill>
                  <a:effectLst/>
                  <a:uLnTx/>
                  <a:uFillTx/>
                  <a:latin typeface="Arial MT"/>
                  <a:cs typeface="Arial MT"/>
                </a:rPr>
                <a:t>:</a:t>
              </a:r>
              <a:endParaRPr kumimoji="0" sz="1400" b="0" i="0" u="none" strike="noStrike" kern="0" cap="none" spc="0" normalizeH="0" baseline="0" noProof="0" dirty="0">
                <a:ln>
                  <a:noFill/>
                </a:ln>
                <a:solidFill>
                  <a:sysClr val="windowText" lastClr="000000"/>
                </a:solidFill>
                <a:effectLst/>
                <a:uLnTx/>
                <a:uFillTx/>
                <a:latin typeface="Arial MT"/>
                <a:cs typeface="Arial MT"/>
              </a:endParaRPr>
            </a:p>
            <a:p>
              <a:pPr marL="15875" marR="5080" lvl="0">
                <a:spcBef>
                  <a:spcPts val="5"/>
                </a:spcBef>
                <a:buClrTx/>
                <a:defRPr/>
              </a:pPr>
              <a:r>
                <a:rPr lang="en-IN" sz="1200" dirty="0"/>
                <a:t>Cross-platform driver app for search, booking, validation, and receipts.</a:t>
              </a:r>
            </a:p>
            <a:p>
              <a:pPr marL="15875" marR="5080" lvl="0">
                <a:spcBef>
                  <a:spcPts val="5"/>
                </a:spcBef>
                <a:buClrTx/>
                <a:defRPr/>
              </a:pPr>
              <a:endParaRPr kumimoji="0" lang="en-US" sz="1400" b="0" i="0" u="none" strike="noStrike" kern="0" cap="none" spc="0" normalizeH="0" baseline="0" noProof="0" dirty="0">
                <a:ln>
                  <a:noFill/>
                </a:ln>
                <a:solidFill>
                  <a:sysClr val="windowText" lastClr="000000"/>
                </a:solidFill>
                <a:effectLst/>
                <a:uLnTx/>
                <a:uFillTx/>
                <a:latin typeface="Arial MT"/>
                <a:cs typeface="Arial MT"/>
              </a:endParaRPr>
            </a:p>
            <a:p>
              <a:pPr marL="12700" marR="0" lvl="0" indent="0" defTabSz="914400" eaLnBrk="1" fontAlgn="auto" latinLnBrk="0" hangingPunct="1">
                <a:lnSpc>
                  <a:spcPct val="100000"/>
                </a:lnSpc>
                <a:spcBef>
                  <a:spcPts val="575"/>
                </a:spcBef>
                <a:spcAft>
                  <a:spcPts val="0"/>
                </a:spcAft>
                <a:buClrTx/>
                <a:buSzTx/>
                <a:buFontTx/>
                <a:buNone/>
                <a:tabLst/>
                <a:defRPr/>
              </a:pPr>
              <a:r>
                <a:rPr kumimoji="0" sz="1400" b="1" i="0" u="none" strike="noStrike" kern="0" cap="none" spc="-10" normalizeH="0" baseline="0" noProof="0" dirty="0">
                  <a:ln>
                    <a:noFill/>
                  </a:ln>
                  <a:solidFill>
                    <a:sysClr val="windowText" lastClr="000000"/>
                  </a:solidFill>
                  <a:effectLst/>
                  <a:uLnTx/>
                  <a:uFillTx/>
                  <a:latin typeface="Arial"/>
                  <a:cs typeface="Arial"/>
                </a:rPr>
                <a:t>React.js</a:t>
              </a:r>
              <a:r>
                <a:rPr kumimoji="0" sz="1400" b="0" i="0" u="none" strike="noStrike" kern="0" cap="none" spc="-10" normalizeH="0" baseline="0" noProof="0" dirty="0">
                  <a:ln>
                    <a:noFill/>
                  </a:ln>
                  <a:solidFill>
                    <a:sysClr val="windowText" lastClr="000000"/>
                  </a:solidFill>
                  <a:effectLst/>
                  <a:uLnTx/>
                  <a:uFillTx/>
                  <a:latin typeface="Arial MT"/>
                  <a:cs typeface="Arial MT"/>
                </a:rPr>
                <a:t>:</a:t>
              </a:r>
              <a:endParaRPr kumimoji="0" sz="1400" b="0" i="0" u="none" strike="noStrike" kern="0" cap="none" spc="0" normalizeH="0" baseline="0" noProof="0" dirty="0">
                <a:ln>
                  <a:noFill/>
                </a:ln>
                <a:solidFill>
                  <a:sysClr val="windowText" lastClr="000000"/>
                </a:solidFill>
                <a:effectLst/>
                <a:uLnTx/>
                <a:uFillTx/>
                <a:latin typeface="Arial MT"/>
                <a:cs typeface="Arial MT"/>
              </a:endParaRPr>
            </a:p>
            <a:p>
              <a:pPr marL="12700" marR="29209" lvl="0">
                <a:spcBef>
                  <a:spcPts val="10"/>
                </a:spcBef>
                <a:buClrTx/>
                <a:defRPr/>
              </a:pPr>
              <a:r>
                <a:rPr kumimoji="0" sz="1200" b="0" i="0" u="none" strike="noStrike" kern="0" cap="none" spc="0" normalizeH="0" baseline="0" noProof="0" dirty="0">
                  <a:ln>
                    <a:noFill/>
                  </a:ln>
                  <a:solidFill>
                    <a:sysClr val="windowText" lastClr="000000"/>
                  </a:solidFill>
                  <a:effectLst/>
                  <a:uLnTx/>
                  <a:uFillTx/>
                  <a:latin typeface="Arial MT"/>
                  <a:cs typeface="Arial MT"/>
                </a:rPr>
                <a:t>Lightweight</a:t>
              </a:r>
              <a:r>
                <a:rPr kumimoji="0" sz="1200" b="0" i="0" u="none" strike="noStrike" kern="0" cap="none" spc="-40" normalizeH="0" baseline="0" noProof="0" dirty="0">
                  <a:ln>
                    <a:noFill/>
                  </a:ln>
                  <a:solidFill>
                    <a:sysClr val="windowText" lastClr="000000"/>
                  </a:solidFill>
                  <a:effectLst/>
                  <a:uLnTx/>
                  <a:uFillTx/>
                  <a:latin typeface="Arial MT"/>
                  <a:cs typeface="Arial MT"/>
                </a:rPr>
                <a:t> </a:t>
              </a:r>
              <a:r>
                <a:rPr kumimoji="0" sz="1200" b="0" i="0" u="none" strike="noStrike" kern="0" cap="none" spc="0" normalizeH="0" baseline="0" noProof="0" dirty="0">
                  <a:ln>
                    <a:noFill/>
                  </a:ln>
                  <a:solidFill>
                    <a:sysClr val="windowText" lastClr="000000"/>
                  </a:solidFill>
                  <a:effectLst/>
                  <a:uLnTx/>
                  <a:uFillTx/>
                  <a:latin typeface="Arial MT"/>
                  <a:cs typeface="Arial MT"/>
                </a:rPr>
                <a:t>and</a:t>
              </a:r>
              <a:r>
                <a:rPr kumimoji="0" sz="1200" b="0" i="0" u="none" strike="noStrike" kern="0" cap="none" spc="-40" normalizeH="0" baseline="0" noProof="0" dirty="0">
                  <a:ln>
                    <a:noFill/>
                  </a:ln>
                  <a:solidFill>
                    <a:sysClr val="windowText" lastClr="000000"/>
                  </a:solidFill>
                  <a:effectLst/>
                  <a:uLnTx/>
                  <a:uFillTx/>
                  <a:latin typeface="Arial MT"/>
                  <a:cs typeface="Arial MT"/>
                </a:rPr>
                <a:t> </a:t>
              </a:r>
              <a:r>
                <a:rPr kumimoji="0" sz="1200" b="0" i="0" u="none" strike="noStrike" kern="0" cap="none" spc="0" normalizeH="0" baseline="0" noProof="0" dirty="0">
                  <a:ln>
                    <a:noFill/>
                  </a:ln>
                  <a:solidFill>
                    <a:sysClr val="windowText" lastClr="000000"/>
                  </a:solidFill>
                  <a:effectLst/>
                  <a:uLnTx/>
                  <a:uFillTx/>
                  <a:latin typeface="Arial MT"/>
                  <a:cs typeface="Arial MT"/>
                </a:rPr>
                <a:t>interactive</a:t>
              </a:r>
              <a:r>
                <a:rPr kumimoji="0" sz="1200" b="0" i="0" u="none" strike="noStrike" kern="0" cap="none" spc="-40" normalizeH="0" baseline="0" noProof="0" dirty="0">
                  <a:ln>
                    <a:noFill/>
                  </a:ln>
                  <a:solidFill>
                    <a:sysClr val="windowText" lastClr="000000"/>
                  </a:solidFill>
                  <a:effectLst/>
                  <a:uLnTx/>
                  <a:uFillTx/>
                  <a:latin typeface="Arial MT"/>
                  <a:cs typeface="Arial MT"/>
                </a:rPr>
                <a:t> </a:t>
              </a:r>
              <a:r>
                <a:rPr kumimoji="0" sz="1200" b="0" i="0" u="none" strike="noStrike" kern="0" cap="none" spc="0" normalizeH="0" baseline="0" noProof="0" dirty="0">
                  <a:ln>
                    <a:noFill/>
                  </a:ln>
                  <a:solidFill>
                    <a:sysClr val="windowText" lastClr="000000"/>
                  </a:solidFill>
                  <a:effectLst/>
                  <a:uLnTx/>
                  <a:uFillTx/>
                  <a:latin typeface="Arial MT"/>
                  <a:cs typeface="Arial MT"/>
                </a:rPr>
                <a:t>for</a:t>
              </a:r>
              <a:r>
                <a:rPr kumimoji="0" sz="1200" b="0" i="0" u="none" strike="noStrike" kern="0" cap="none" spc="-35" normalizeH="0" baseline="0" noProof="0" dirty="0">
                  <a:ln>
                    <a:noFill/>
                  </a:ln>
                  <a:solidFill>
                    <a:sysClr val="windowText" lastClr="000000"/>
                  </a:solidFill>
                  <a:effectLst/>
                  <a:uLnTx/>
                  <a:uFillTx/>
                  <a:latin typeface="Arial MT"/>
                  <a:cs typeface="Arial MT"/>
                </a:rPr>
                <a:t> </a:t>
              </a:r>
              <a:r>
                <a:rPr kumimoji="0" lang="en-IN" sz="1200" b="0" i="0" u="none" strike="noStrike" kern="0" cap="none" spc="-35" normalizeH="0" baseline="0" noProof="0" dirty="0">
                  <a:ln>
                    <a:noFill/>
                  </a:ln>
                  <a:solidFill>
                    <a:sysClr val="windowText" lastClr="000000"/>
                  </a:solidFill>
                  <a:effectLst/>
                  <a:uLnTx/>
                  <a:uFillTx/>
                  <a:latin typeface="Arial MT"/>
                  <a:cs typeface="Arial MT"/>
                </a:rPr>
                <a:t>p</a:t>
              </a:r>
              <a:r>
                <a:rPr lang="en-IN" sz="1200" dirty="0" err="1"/>
                <a:t>rovider</a:t>
              </a:r>
              <a:r>
                <a:rPr lang="en-IN" sz="1200" dirty="0"/>
                <a:t> web portal for onboarding, pricing, and live operations.</a:t>
              </a:r>
              <a:endParaRPr kumimoji="0" sz="1200" b="0" i="0" u="none" strike="noStrike" kern="0" cap="none" spc="0" normalizeH="0" baseline="0" noProof="0" dirty="0">
                <a:ln>
                  <a:noFill/>
                </a:ln>
                <a:solidFill>
                  <a:sysClr val="windowText" lastClr="000000"/>
                </a:solidFill>
                <a:effectLst/>
                <a:uLnTx/>
                <a:uFillTx/>
                <a:latin typeface="Arial MT"/>
                <a:cs typeface="Arial MT"/>
              </a:endParaRPr>
            </a:p>
          </p:txBody>
        </p:sp>
        <p:sp>
          <p:nvSpPr>
            <p:cNvPr id="11" name="object 17">
              <a:extLst>
                <a:ext uri="{FF2B5EF4-FFF2-40B4-BE49-F238E27FC236}">
                  <a16:creationId xmlns:a16="http://schemas.microsoft.com/office/drawing/2014/main" id="{03DB3AEC-C292-0D08-E425-96E1A1C38222}"/>
                </a:ext>
              </a:extLst>
            </p:cNvPr>
            <p:cNvSpPr txBox="1"/>
            <p:nvPr/>
          </p:nvSpPr>
          <p:spPr>
            <a:xfrm>
              <a:off x="5423153" y="2285415"/>
              <a:ext cx="2919730" cy="59759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400" b="1" i="0" u="none" strike="noStrike" kern="0" cap="none" spc="-10" normalizeH="0" baseline="0" noProof="0" dirty="0">
                  <a:ln>
                    <a:noFill/>
                  </a:ln>
                  <a:solidFill>
                    <a:sysClr val="windowText" lastClr="000000"/>
                  </a:solidFill>
                  <a:effectLst/>
                  <a:uLnTx/>
                  <a:uFillTx/>
                  <a:latin typeface="Arial"/>
                  <a:cs typeface="Arial"/>
                </a:rPr>
                <a:t>Redis</a:t>
              </a:r>
              <a:endParaRPr kumimoji="0" sz="1400" b="0" i="0" u="none" strike="noStrike" kern="0" cap="none" spc="0" normalizeH="0" baseline="0" noProof="0" dirty="0">
                <a:ln>
                  <a:noFill/>
                </a:ln>
                <a:solidFill>
                  <a:sysClr val="windowText" lastClr="000000"/>
                </a:solidFill>
                <a:effectLst/>
                <a:uLnTx/>
                <a:uFillTx/>
                <a:latin typeface="Arial"/>
                <a:cs typeface="Arial"/>
              </a:endParaRPr>
            </a:p>
            <a:p>
              <a:pPr marL="12700" lvl="0">
                <a:spcBef>
                  <a:spcPts val="10"/>
                </a:spcBef>
                <a:buClrTx/>
                <a:defRPr/>
              </a:pPr>
              <a:r>
                <a:rPr lang="en-IN" sz="1200" dirty="0"/>
                <a:t>Hot cache for availability, short-lived holds, sessions, and rate limits.</a:t>
              </a:r>
              <a:endParaRPr kumimoji="0" sz="1200" b="0" i="0" u="none" strike="noStrike" kern="0" cap="none" spc="0" normalizeH="0" baseline="0" noProof="0" dirty="0">
                <a:ln>
                  <a:noFill/>
                </a:ln>
                <a:solidFill>
                  <a:sysClr val="windowText" lastClr="000000"/>
                </a:solidFill>
                <a:effectLst/>
                <a:uLnTx/>
                <a:uFillTx/>
                <a:latin typeface="Arial MT"/>
                <a:cs typeface="Arial MT"/>
              </a:endParaRPr>
            </a:p>
          </p:txBody>
        </p:sp>
        <p:pic>
          <p:nvPicPr>
            <p:cNvPr id="12" name="Picture 11">
              <a:extLst>
                <a:ext uri="{FF2B5EF4-FFF2-40B4-BE49-F238E27FC236}">
                  <a16:creationId xmlns:a16="http://schemas.microsoft.com/office/drawing/2014/main" id="{73DA4EDC-7CE9-14E5-AB90-DD0A4977BD4B}"/>
                </a:ext>
              </a:extLst>
            </p:cNvPr>
            <p:cNvPicPr>
              <a:picLocks noChangeAspect="1"/>
            </p:cNvPicPr>
            <p:nvPr/>
          </p:nvPicPr>
          <p:blipFill>
            <a:blip r:embed="rId8"/>
            <a:stretch>
              <a:fillRect/>
            </a:stretch>
          </p:blipFill>
          <p:spPr>
            <a:xfrm>
              <a:off x="343597" y="1342241"/>
              <a:ext cx="733425" cy="857250"/>
            </a:xfrm>
            <a:prstGeom prst="rect">
              <a:avLst/>
            </a:prstGeom>
          </p:spPr>
        </p:pic>
        <p:pic>
          <p:nvPicPr>
            <p:cNvPr id="13" name="Picture 12">
              <a:extLst>
                <a:ext uri="{FF2B5EF4-FFF2-40B4-BE49-F238E27FC236}">
                  <a16:creationId xmlns:a16="http://schemas.microsoft.com/office/drawing/2014/main" id="{4049BDA5-AE8B-E9CD-E6BF-F26C2F48F241}"/>
                </a:ext>
              </a:extLst>
            </p:cNvPr>
            <p:cNvPicPr>
              <a:picLocks noChangeAspect="1"/>
            </p:cNvPicPr>
            <p:nvPr/>
          </p:nvPicPr>
          <p:blipFill>
            <a:blip r:embed="rId9"/>
            <a:stretch>
              <a:fillRect/>
            </a:stretch>
          </p:blipFill>
          <p:spPr>
            <a:xfrm>
              <a:off x="258003" y="3048452"/>
              <a:ext cx="894522" cy="857250"/>
            </a:xfrm>
            <a:prstGeom prst="rect">
              <a:avLst/>
            </a:prstGeom>
          </p:spPr>
        </p:pic>
        <p:sp>
          <p:nvSpPr>
            <p:cNvPr id="14" name="object 17">
              <a:extLst>
                <a:ext uri="{FF2B5EF4-FFF2-40B4-BE49-F238E27FC236}">
                  <a16:creationId xmlns:a16="http://schemas.microsoft.com/office/drawing/2014/main" id="{72C04024-C606-861E-15B6-872FAD919C18}"/>
                </a:ext>
              </a:extLst>
            </p:cNvPr>
            <p:cNvSpPr txBox="1"/>
            <p:nvPr/>
          </p:nvSpPr>
          <p:spPr>
            <a:xfrm>
              <a:off x="5423152" y="3240744"/>
              <a:ext cx="3340165" cy="610424"/>
            </a:xfrm>
            <a:prstGeom prst="rect">
              <a:avLst/>
            </a:prstGeom>
          </p:spPr>
          <p:txBody>
            <a:bodyPr vert="horz" wrap="square" lIns="0" tIns="12700" rIns="0" bIns="0" rtlCol="0">
              <a:spAutoFit/>
            </a:bodyPr>
            <a:lstStyle/>
            <a:p>
              <a:pPr marL="12700" lvl="0">
                <a:spcBef>
                  <a:spcPts val="100"/>
                </a:spcBef>
                <a:buClrTx/>
                <a:defRPr/>
              </a:pPr>
              <a:r>
                <a:rPr lang="en-IN" b="1" dirty="0" err="1"/>
                <a:t>FastAPI</a:t>
              </a:r>
              <a:r>
                <a:rPr lang="en-IN" b="1" dirty="0"/>
                <a:t> (Python) + PyTorch/</a:t>
              </a:r>
              <a:r>
                <a:rPr lang="en-IN" b="1" dirty="0" err="1"/>
                <a:t>XGBoost</a:t>
              </a:r>
              <a:r>
                <a:rPr lang="en-IN" b="1" dirty="0"/>
                <a:t> </a:t>
              </a:r>
            </a:p>
            <a:p>
              <a:pPr marL="12700" lvl="0">
                <a:spcBef>
                  <a:spcPts val="100"/>
                </a:spcBef>
                <a:buClrTx/>
                <a:defRPr/>
              </a:pPr>
              <a:r>
                <a:rPr lang="en-IN" sz="1200" dirty="0"/>
                <a:t>Real-time prediction API with offline training and hot-reload.</a:t>
              </a:r>
              <a:endParaRPr kumimoji="0" sz="1200" b="0" i="0" u="none" strike="noStrike" kern="0" cap="none" spc="0" normalizeH="0" baseline="0" noProof="0" dirty="0">
                <a:ln>
                  <a:noFill/>
                </a:ln>
                <a:solidFill>
                  <a:sysClr val="windowText" lastClr="000000"/>
                </a:solidFill>
                <a:effectLst/>
                <a:uLnTx/>
                <a:uFillTx/>
                <a:latin typeface="Arial MT"/>
                <a:cs typeface="Arial MT"/>
              </a:endParaRPr>
            </a:p>
          </p:txBody>
        </p:sp>
        <p:pic>
          <p:nvPicPr>
            <p:cNvPr id="15" name="Picture 14">
              <a:extLst>
                <a:ext uri="{FF2B5EF4-FFF2-40B4-BE49-F238E27FC236}">
                  <a16:creationId xmlns:a16="http://schemas.microsoft.com/office/drawing/2014/main" id="{B9D27A9C-036A-22C7-D4C8-9A18EC8CF2C4}"/>
                </a:ext>
              </a:extLst>
            </p:cNvPr>
            <p:cNvPicPr>
              <a:picLocks noChangeAspect="1"/>
            </p:cNvPicPr>
            <p:nvPr/>
          </p:nvPicPr>
          <p:blipFill>
            <a:blip r:embed="rId10"/>
            <a:stretch>
              <a:fillRect/>
            </a:stretch>
          </p:blipFill>
          <p:spPr>
            <a:xfrm>
              <a:off x="300800" y="3889547"/>
              <a:ext cx="808928" cy="808928"/>
            </a:xfrm>
            <a:prstGeom prst="rect">
              <a:avLst/>
            </a:prstGeom>
          </p:spPr>
        </p:pic>
        <p:pic>
          <p:nvPicPr>
            <p:cNvPr id="16" name="Picture 15">
              <a:extLst>
                <a:ext uri="{FF2B5EF4-FFF2-40B4-BE49-F238E27FC236}">
                  <a16:creationId xmlns:a16="http://schemas.microsoft.com/office/drawing/2014/main" id="{8AF7F700-87CC-3485-0666-1A25356D9B9A}"/>
                </a:ext>
              </a:extLst>
            </p:cNvPr>
            <p:cNvPicPr>
              <a:picLocks noChangeAspect="1"/>
            </p:cNvPicPr>
            <p:nvPr/>
          </p:nvPicPr>
          <p:blipFill>
            <a:blip r:embed="rId11"/>
            <a:stretch>
              <a:fillRect/>
            </a:stretch>
          </p:blipFill>
          <p:spPr>
            <a:xfrm>
              <a:off x="4437124" y="2276437"/>
              <a:ext cx="800100" cy="762000"/>
            </a:xfrm>
            <a:prstGeom prst="rect">
              <a:avLst/>
            </a:prstGeom>
          </p:spPr>
        </p:pic>
        <p:pic>
          <p:nvPicPr>
            <p:cNvPr id="17" name="Picture 4" descr="LF Online Community PyTorch Foundation">
              <a:extLst>
                <a:ext uri="{FF2B5EF4-FFF2-40B4-BE49-F238E27FC236}">
                  <a16:creationId xmlns:a16="http://schemas.microsoft.com/office/drawing/2014/main" id="{B1F5D39F-654E-595F-ED9A-9B1E2C3BE32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69873" y="3106472"/>
              <a:ext cx="934602" cy="934602"/>
            </a:xfrm>
            <a:prstGeom prst="rect">
              <a:avLst/>
            </a:prstGeom>
            <a:noFill/>
            <a:extLst>
              <a:ext uri="{909E8E84-426E-40DD-AFC4-6F175D3DCCD1}">
                <a14:hiddenFill xmlns:a14="http://schemas.microsoft.com/office/drawing/2010/main">
                  <a:solidFill>
                    <a:srgbClr val="FFFFFF"/>
                  </a:solidFill>
                </a14:hiddenFill>
              </a:ext>
            </a:extLst>
          </p:spPr>
        </p:pic>
        <p:sp>
          <p:nvSpPr>
            <p:cNvPr id="18" name="object 17">
              <a:extLst>
                <a:ext uri="{FF2B5EF4-FFF2-40B4-BE49-F238E27FC236}">
                  <a16:creationId xmlns:a16="http://schemas.microsoft.com/office/drawing/2014/main" id="{3813E4B5-882D-C959-D225-243E6DB3B641}"/>
                </a:ext>
              </a:extLst>
            </p:cNvPr>
            <p:cNvSpPr txBox="1"/>
            <p:nvPr/>
          </p:nvSpPr>
          <p:spPr>
            <a:xfrm>
              <a:off x="5423152" y="4130394"/>
              <a:ext cx="3340165" cy="610424"/>
            </a:xfrm>
            <a:prstGeom prst="rect">
              <a:avLst/>
            </a:prstGeom>
          </p:spPr>
          <p:txBody>
            <a:bodyPr vert="horz" wrap="square" lIns="0" tIns="12700" rIns="0" bIns="0" rtlCol="0">
              <a:spAutoFit/>
            </a:bodyPr>
            <a:lstStyle/>
            <a:p>
              <a:pPr marL="12700" lvl="0">
                <a:spcBef>
                  <a:spcPts val="100"/>
                </a:spcBef>
                <a:buClrTx/>
                <a:defRPr/>
              </a:pPr>
              <a:r>
                <a:rPr lang="en-IN" b="1" dirty="0"/>
                <a:t>Kafka </a:t>
              </a:r>
            </a:p>
            <a:p>
              <a:pPr marL="12700" lvl="0">
                <a:spcBef>
                  <a:spcPts val="100"/>
                </a:spcBef>
                <a:buClrTx/>
                <a:defRPr/>
              </a:pPr>
              <a:r>
                <a:rPr lang="en-US" sz="1200" dirty="0"/>
                <a:t>Event backbone for bookings, payments, inventory updates, and telemetry.</a:t>
              </a:r>
              <a:endParaRPr kumimoji="0" sz="1200" b="0" i="0" u="none" strike="noStrike" kern="0" cap="none" spc="0" normalizeH="0" baseline="0" noProof="0" dirty="0">
                <a:ln>
                  <a:noFill/>
                </a:ln>
                <a:solidFill>
                  <a:sysClr val="windowText" lastClr="000000"/>
                </a:solidFill>
                <a:effectLst/>
                <a:uLnTx/>
                <a:uFillTx/>
                <a:latin typeface="Arial MT"/>
                <a:cs typeface="Arial MT"/>
              </a:endParaRPr>
            </a:p>
          </p:txBody>
        </p:sp>
        <p:pic>
          <p:nvPicPr>
            <p:cNvPr id="4100" name="Picture 4" descr="Kafka vertical logo transparent PNG - StickPNG">
              <a:extLst>
                <a:ext uri="{FF2B5EF4-FFF2-40B4-BE49-F238E27FC236}">
                  <a16:creationId xmlns:a16="http://schemas.microsoft.com/office/drawing/2014/main" id="{7000E136-79FA-FF6F-D2EE-70306EE61DF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13964" y="3968305"/>
              <a:ext cx="858716" cy="934602"/>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3" title="THANK YOU.png"/>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60"/>
        <p:cNvGrpSpPr/>
        <p:nvPr/>
      </p:nvGrpSpPr>
      <p:grpSpPr>
        <a:xfrm>
          <a:off x="0" y="0"/>
          <a:ext cx="0" cy="0"/>
          <a:chOff x="0" y="0"/>
          <a:chExt cx="0" cy="0"/>
        </a:xfrm>
      </p:grpSpPr>
      <p:pic>
        <p:nvPicPr>
          <p:cNvPr id="61" name="Google Shape;61;p14" title="Vector.png"/>
          <p:cNvPicPr preferRelativeResize="0"/>
          <p:nvPr/>
        </p:nvPicPr>
        <p:blipFill>
          <a:blip r:embed="rId3">
            <a:alphaModFix/>
          </a:blip>
          <a:stretch>
            <a:fillRect/>
          </a:stretch>
        </p:blipFill>
        <p:spPr>
          <a:xfrm>
            <a:off x="273100" y="245250"/>
            <a:ext cx="925600" cy="218300"/>
          </a:xfrm>
          <a:prstGeom prst="rect">
            <a:avLst/>
          </a:prstGeom>
          <a:noFill/>
          <a:ln>
            <a:noFill/>
          </a:ln>
        </p:spPr>
      </p:pic>
      <p:pic>
        <p:nvPicPr>
          <p:cNvPr id="62" name="Google Shape;62;p14" title="Group 3.png"/>
          <p:cNvPicPr preferRelativeResize="0"/>
          <p:nvPr/>
        </p:nvPicPr>
        <p:blipFill>
          <a:blip r:embed="rId4">
            <a:alphaModFix/>
          </a:blip>
          <a:stretch>
            <a:fillRect/>
          </a:stretch>
        </p:blipFill>
        <p:spPr>
          <a:xfrm>
            <a:off x="7728375" y="213225"/>
            <a:ext cx="1055575" cy="282350"/>
          </a:xfrm>
          <a:prstGeom prst="rect">
            <a:avLst/>
          </a:prstGeom>
          <a:noFill/>
          <a:ln>
            <a:noFill/>
          </a:ln>
        </p:spPr>
      </p:pic>
      <p:pic>
        <p:nvPicPr>
          <p:cNvPr id="63" name="Google Shape;63;p14" title="Imobilothon final logo 5.0-01 1.png"/>
          <p:cNvPicPr preferRelativeResize="0"/>
          <p:nvPr/>
        </p:nvPicPr>
        <p:blipFill>
          <a:blip r:embed="rId5">
            <a:alphaModFix/>
          </a:blip>
          <a:stretch>
            <a:fillRect/>
          </a:stretch>
        </p:blipFill>
        <p:spPr>
          <a:xfrm>
            <a:off x="2967238" y="8337"/>
            <a:ext cx="3209537" cy="692129"/>
          </a:xfrm>
          <a:prstGeom prst="rect">
            <a:avLst/>
          </a:prstGeom>
          <a:noFill/>
          <a:ln>
            <a:noFill/>
          </a:ln>
        </p:spPr>
      </p:pic>
      <p:sp>
        <p:nvSpPr>
          <p:cNvPr id="64" name="Google Shape;64;p14"/>
          <p:cNvSpPr txBox="1"/>
          <p:nvPr/>
        </p:nvSpPr>
        <p:spPr>
          <a:xfrm>
            <a:off x="201419" y="549930"/>
            <a:ext cx="8511000" cy="5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b="1" dirty="0"/>
              <a:t>Brief about the idea</a:t>
            </a:r>
            <a:endParaRPr sz="1600" b="1" dirty="0"/>
          </a:p>
        </p:txBody>
      </p:sp>
      <p:sp>
        <p:nvSpPr>
          <p:cNvPr id="3" name="TextBox 2">
            <a:extLst>
              <a:ext uri="{FF2B5EF4-FFF2-40B4-BE49-F238E27FC236}">
                <a16:creationId xmlns:a16="http://schemas.microsoft.com/office/drawing/2014/main" id="{2A4A7595-DBD7-2BFC-EC5B-E06BBEF0BADB}"/>
              </a:ext>
            </a:extLst>
          </p:cNvPr>
          <p:cNvSpPr txBox="1"/>
          <p:nvPr/>
        </p:nvSpPr>
        <p:spPr>
          <a:xfrm>
            <a:off x="74342" y="549930"/>
            <a:ext cx="9144000" cy="4443973"/>
          </a:xfrm>
          <a:prstGeom prst="rect">
            <a:avLst/>
          </a:prstGeom>
          <a:noFill/>
        </p:spPr>
        <p:txBody>
          <a:bodyPr wrap="square">
            <a:spAutoFit/>
          </a:bodyPr>
          <a:lstStyle/>
          <a:p>
            <a:pPr>
              <a:lnSpc>
                <a:spcPct val="115000"/>
              </a:lnSpc>
              <a:buClr>
                <a:schemeClr val="dk2"/>
              </a:buClr>
            </a:pPr>
            <a:r>
              <a:rPr lang="en-IN" sz="1300" dirty="0">
                <a:solidFill>
                  <a:schemeClr val="tx1"/>
                </a:solidFill>
              </a:rPr>
              <a:t>What if parking felt as effortless as booking a cab? Our app is a predictive parking marketplace that shows you where a spot will be free at your ETA, lets you pre‑book it with confidence, and auto‑handles payments - so you just drive, park, and go.</a:t>
            </a:r>
          </a:p>
          <a:p>
            <a:pPr>
              <a:lnSpc>
                <a:spcPct val="115000"/>
              </a:lnSpc>
              <a:buClr>
                <a:schemeClr val="dk2"/>
              </a:buClr>
            </a:pPr>
            <a:r>
              <a:rPr lang="en-IN" sz="1300" dirty="0">
                <a:solidFill>
                  <a:schemeClr val="tx1"/>
                </a:solidFill>
              </a:rPr>
              <a:t>How it works</a:t>
            </a:r>
          </a:p>
          <a:p>
            <a:pPr marL="171450" lvl="8" indent="-171450" eaLnBrk="0" fontAlgn="base" hangingPunct="0">
              <a:lnSpc>
                <a:spcPct val="115000"/>
              </a:lnSpc>
              <a:buClr>
                <a:schemeClr val="dk2"/>
              </a:buClr>
              <a:buFont typeface="Arial" panose="020B0604020202020204" pitchFamily="34" charset="0"/>
              <a:buChar char="•"/>
            </a:pPr>
            <a:endParaRPr lang="en-US" altLang="en-US" sz="1300" dirty="0">
              <a:solidFill>
                <a:schemeClr val="tx1"/>
              </a:solidFill>
            </a:endParaRPr>
          </a:p>
          <a:p>
            <a:pPr marL="171450" lvl="3" indent="-171450" eaLnBrk="0" fontAlgn="base" hangingPunct="0">
              <a:lnSpc>
                <a:spcPct val="115000"/>
              </a:lnSpc>
              <a:buClr>
                <a:schemeClr val="dk2"/>
              </a:buClr>
              <a:buFont typeface="Arial" panose="020B0604020202020204" pitchFamily="34" charset="0"/>
              <a:buChar char="•"/>
            </a:pPr>
            <a:r>
              <a:rPr lang="en-US" altLang="en-US" sz="1300" dirty="0">
                <a:solidFill>
                  <a:schemeClr val="tx1"/>
                </a:solidFill>
              </a:rPr>
              <a:t>Prediction model: Uses a spatiotemporal ML model to estimate the likelihood a spot is free at arrival, with confidence levels.</a:t>
            </a:r>
          </a:p>
          <a:p>
            <a:pPr marL="171450" lvl="3" indent="-171450" eaLnBrk="0" fontAlgn="base" hangingPunct="0">
              <a:lnSpc>
                <a:spcPct val="115000"/>
              </a:lnSpc>
              <a:buClr>
                <a:schemeClr val="dk2"/>
              </a:buClr>
              <a:buFont typeface="Arial" panose="020B0604020202020204" pitchFamily="34" charset="0"/>
              <a:buChar char="•"/>
            </a:pPr>
            <a:r>
              <a:rPr lang="en-US" altLang="en-US" sz="1300" dirty="0">
                <a:solidFill>
                  <a:schemeClr val="tx1"/>
                </a:solidFill>
              </a:rPr>
              <a:t>Smart ranking: Ranks parking offers by distance, price, and success probability; supports EV and accessibility filters.</a:t>
            </a:r>
          </a:p>
          <a:p>
            <a:pPr marL="171450" lvl="3" indent="-171450" eaLnBrk="0" fontAlgn="base" hangingPunct="0">
              <a:lnSpc>
                <a:spcPct val="115000"/>
              </a:lnSpc>
              <a:buClr>
                <a:schemeClr val="dk2"/>
              </a:buClr>
              <a:buFont typeface="Arial" panose="020B0604020202020204" pitchFamily="34" charset="0"/>
              <a:buChar char="•"/>
            </a:pPr>
            <a:r>
              <a:rPr lang="en-US" altLang="en-US" sz="1300" dirty="0">
                <a:solidFill>
                  <a:schemeClr val="tx1"/>
                </a:solidFill>
              </a:rPr>
              <a:t>Booking logic: Lets users book guaranteed or cheaper “smart hold” spots, with an automatic backup if confidence is low.</a:t>
            </a:r>
          </a:p>
          <a:p>
            <a:pPr marL="171450" lvl="3" indent="-171450" eaLnBrk="0" fontAlgn="base" hangingPunct="0">
              <a:lnSpc>
                <a:spcPct val="115000"/>
              </a:lnSpc>
              <a:buClr>
                <a:schemeClr val="dk2"/>
              </a:buClr>
              <a:buFont typeface="Arial" panose="020B0604020202020204" pitchFamily="34" charset="0"/>
              <a:buChar char="•"/>
            </a:pPr>
            <a:r>
              <a:rPr lang="en-US" altLang="en-US" sz="1300" dirty="0">
                <a:solidFill>
                  <a:schemeClr val="tx1"/>
                </a:solidFill>
              </a:rPr>
              <a:t>Seamless arrival: Entry via QR, NFC, or license plate; guided navigation ensures smooth final approach.</a:t>
            </a:r>
          </a:p>
          <a:p>
            <a:pPr marL="171450" lvl="2" indent="-171450" eaLnBrk="0" fontAlgn="base" hangingPunct="0">
              <a:lnSpc>
                <a:spcPct val="115000"/>
              </a:lnSpc>
              <a:buClr>
                <a:schemeClr val="dk2"/>
              </a:buClr>
              <a:buFont typeface="Arial" panose="020B0604020202020204" pitchFamily="34" charset="0"/>
              <a:buChar char="•"/>
            </a:pPr>
            <a:endParaRPr lang="en-IN" sz="1300" dirty="0">
              <a:solidFill>
                <a:schemeClr val="tx1"/>
              </a:solidFill>
            </a:endParaRPr>
          </a:p>
          <a:p>
            <a:pPr lvl="0" eaLnBrk="0" fontAlgn="base" hangingPunct="0">
              <a:lnSpc>
                <a:spcPct val="115000"/>
              </a:lnSpc>
              <a:buClr>
                <a:schemeClr val="dk2"/>
              </a:buClr>
            </a:pPr>
            <a:r>
              <a:rPr lang="en-IN" sz="1300" dirty="0">
                <a:solidFill>
                  <a:schemeClr val="tx1"/>
                </a:solidFill>
              </a:rPr>
              <a:t>Why it works</a:t>
            </a:r>
            <a:endParaRPr lang="en-IN" altLang="en-US" sz="1300" dirty="0">
              <a:solidFill>
                <a:schemeClr val="tx1"/>
              </a:solidFill>
            </a:endParaRPr>
          </a:p>
          <a:p>
            <a:pPr marL="171450" lvl="0" indent="-171450" eaLnBrk="0" fontAlgn="base" hangingPunct="0">
              <a:lnSpc>
                <a:spcPct val="115000"/>
              </a:lnSpc>
              <a:buClr>
                <a:schemeClr val="dk2"/>
              </a:buClr>
              <a:buFont typeface="Arial" panose="020B0604020202020204" pitchFamily="34" charset="0"/>
              <a:buChar char="•"/>
            </a:pPr>
            <a:r>
              <a:rPr lang="en-US" altLang="en-US" sz="1300" dirty="0">
                <a:solidFill>
                  <a:schemeClr val="tx1"/>
                </a:solidFill>
              </a:rPr>
              <a:t>Calibrated predictions: Replaces guesswork with reliable probabilities, showing users a trusted “chance of spot” instead of static pins.</a:t>
            </a:r>
          </a:p>
          <a:p>
            <a:pPr marL="171450" lvl="0" indent="-171450" eaLnBrk="0" fontAlgn="base" hangingPunct="0">
              <a:lnSpc>
                <a:spcPct val="115000"/>
              </a:lnSpc>
              <a:buClr>
                <a:schemeClr val="dk2"/>
              </a:buClr>
              <a:buFont typeface="Arial" panose="020B0604020202020204" pitchFamily="34" charset="0"/>
              <a:buChar char="•"/>
            </a:pPr>
            <a:r>
              <a:rPr lang="en-US" altLang="en-US" sz="1300" dirty="0">
                <a:solidFill>
                  <a:schemeClr val="tx1"/>
                </a:solidFill>
              </a:rPr>
              <a:t>Smart backup system: Automatically swaps to the best nearby spot if the first isn’t ready, backed by an SLA to reduce user anxiety.</a:t>
            </a:r>
          </a:p>
          <a:p>
            <a:pPr marL="171450" lvl="0" indent="-171450" eaLnBrk="0" fontAlgn="base" hangingPunct="0">
              <a:lnSpc>
                <a:spcPct val="115000"/>
              </a:lnSpc>
              <a:buClr>
                <a:schemeClr val="dk2"/>
              </a:buClr>
              <a:buFont typeface="Arial" panose="020B0604020202020204" pitchFamily="34" charset="0"/>
              <a:buChar char="•"/>
            </a:pPr>
            <a:r>
              <a:rPr lang="en-US" altLang="en-US" sz="1300" dirty="0">
                <a:solidFill>
                  <a:schemeClr val="tx1"/>
                </a:solidFill>
              </a:rPr>
              <a:t>Demand steering: Uses small time or price adjustments to balance demand, reduce cruising, and boost availability.</a:t>
            </a:r>
          </a:p>
          <a:p>
            <a:pPr marL="171450" lvl="0" indent="-171450" eaLnBrk="0" fontAlgn="base" hangingPunct="0">
              <a:lnSpc>
                <a:spcPct val="115000"/>
              </a:lnSpc>
              <a:buClr>
                <a:schemeClr val="dk2"/>
              </a:buClr>
              <a:buFont typeface="Arial" panose="020B0604020202020204" pitchFamily="34" charset="0"/>
              <a:buChar char="•"/>
            </a:pPr>
            <a:r>
              <a:rPr lang="en-US" altLang="en-US" sz="1300" dirty="0">
                <a:solidFill>
                  <a:schemeClr val="tx1"/>
                </a:solidFill>
              </a:rPr>
              <a:t>Learning loop: Continuously refines models using real outcomes (arrivals, overstays, no-shows) to boost accuracy, utilization, and revenue</a:t>
            </a:r>
            <a:r>
              <a:rPr lang="en-US" altLang="en-US" sz="1200" dirty="0">
                <a:solidFill>
                  <a:schemeClr val="tx1"/>
                </a:solidFill>
                <a:latin typeface="Arial" panose="020B0604020202020204" pitchFamily="34" charset="0"/>
              </a:rPr>
              <a:t>.</a:t>
            </a:r>
          </a:p>
        </p:txBody>
      </p:sp>
      <p:sp>
        <p:nvSpPr>
          <p:cNvPr id="6" name="Rectangle 3">
            <a:extLst>
              <a:ext uri="{FF2B5EF4-FFF2-40B4-BE49-F238E27FC236}">
                <a16:creationId xmlns:a16="http://schemas.microsoft.com/office/drawing/2014/main" id="{FDF6D5C9-86D0-D9EA-1C0B-AA65DA66F1C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44145">
              <a:lnSpc>
                <a:spcPct val="100000"/>
              </a:lnSpc>
              <a:spcBef>
                <a:spcPts val="100"/>
              </a:spcBef>
            </a:pPr>
            <a:r>
              <a:rPr dirty="0"/>
              <a:t>Opportunities</a:t>
            </a:r>
            <a:r>
              <a:rPr spc="-55" dirty="0"/>
              <a:t> </a:t>
            </a:r>
            <a:r>
              <a:rPr dirty="0"/>
              <a:t>–</a:t>
            </a:r>
            <a:r>
              <a:rPr spc="-35" dirty="0"/>
              <a:t> </a:t>
            </a:r>
            <a:r>
              <a:rPr dirty="0"/>
              <a:t>USP</a:t>
            </a:r>
            <a:r>
              <a:rPr spc="-30" dirty="0"/>
              <a:t> </a:t>
            </a:r>
            <a:r>
              <a:rPr dirty="0"/>
              <a:t>and</a:t>
            </a:r>
            <a:r>
              <a:rPr spc="-40" dirty="0"/>
              <a:t> </a:t>
            </a:r>
            <a:r>
              <a:rPr dirty="0"/>
              <a:t>“How</a:t>
            </a:r>
            <a:r>
              <a:rPr spc="-25" dirty="0"/>
              <a:t> </a:t>
            </a:r>
            <a:r>
              <a:rPr dirty="0"/>
              <a:t>It</a:t>
            </a:r>
            <a:r>
              <a:rPr spc="-35" dirty="0"/>
              <a:t> </a:t>
            </a:r>
            <a:r>
              <a:rPr dirty="0"/>
              <a:t>Solves”</a:t>
            </a:r>
            <a:r>
              <a:rPr spc="5" dirty="0"/>
              <a:t> </a:t>
            </a:r>
            <a:r>
              <a:rPr dirty="0"/>
              <a:t>the</a:t>
            </a:r>
            <a:r>
              <a:rPr spc="-35" dirty="0"/>
              <a:t> </a:t>
            </a:r>
            <a:r>
              <a:rPr spc="-10" dirty="0"/>
              <a:t>problem</a:t>
            </a:r>
          </a:p>
        </p:txBody>
      </p:sp>
      <p:grpSp>
        <p:nvGrpSpPr>
          <p:cNvPr id="20" name="Group 19">
            <a:extLst>
              <a:ext uri="{FF2B5EF4-FFF2-40B4-BE49-F238E27FC236}">
                <a16:creationId xmlns:a16="http://schemas.microsoft.com/office/drawing/2014/main" id="{B6B95502-5814-6AED-168E-EC44C4C6E98A}"/>
              </a:ext>
            </a:extLst>
          </p:cNvPr>
          <p:cNvGrpSpPr/>
          <p:nvPr/>
        </p:nvGrpSpPr>
        <p:grpSpPr>
          <a:xfrm>
            <a:off x="458216" y="1206771"/>
            <a:ext cx="8381958" cy="3757401"/>
            <a:chOff x="458216" y="1206771"/>
            <a:chExt cx="8381958" cy="3757401"/>
          </a:xfrm>
        </p:grpSpPr>
        <p:sp>
          <p:nvSpPr>
            <p:cNvPr id="3" name="object 3"/>
            <p:cNvSpPr txBox="1"/>
            <p:nvPr/>
          </p:nvSpPr>
          <p:spPr>
            <a:xfrm>
              <a:off x="458216" y="1364995"/>
              <a:ext cx="1276985" cy="319318"/>
            </a:xfrm>
            <a:prstGeom prst="rect">
              <a:avLst/>
            </a:prstGeom>
          </p:spPr>
          <p:txBody>
            <a:bodyPr vert="horz" wrap="square" lIns="0" tIns="36830" rIns="0" bIns="0" rtlCol="0">
              <a:spAutoFit/>
            </a:bodyPr>
            <a:lstStyle/>
            <a:p>
              <a:pPr marL="12700" marR="5080" lvl="0" indent="0" defTabSz="914400" eaLnBrk="1" fontAlgn="auto" latinLnBrk="0" hangingPunct="1">
                <a:lnSpc>
                  <a:spcPts val="1140"/>
                </a:lnSpc>
                <a:spcBef>
                  <a:spcPts val="290"/>
                </a:spcBef>
                <a:spcAft>
                  <a:spcPts val="0"/>
                </a:spcAft>
                <a:buClrTx/>
                <a:buSzTx/>
                <a:buFontTx/>
                <a:buNone/>
                <a:tabLst/>
                <a:defRPr/>
              </a:pPr>
              <a:r>
                <a:rPr kumimoji="0" lang="en-IN" sz="1100" b="1" i="0" u="none" strike="noStrike" kern="0" cap="none" spc="-10" normalizeH="0" baseline="0" noProof="0" dirty="0">
                  <a:ln>
                    <a:noFill/>
                  </a:ln>
                  <a:solidFill>
                    <a:sysClr val="windowText" lastClr="000000"/>
                  </a:solidFill>
                  <a:effectLst/>
                  <a:uLnTx/>
                  <a:uFillTx/>
                  <a:latin typeface="Arial"/>
                  <a:cs typeface="Arial"/>
                </a:rPr>
                <a:t>Predictive Availability at ETA</a:t>
              </a:r>
            </a:p>
          </p:txBody>
        </p:sp>
        <p:sp>
          <p:nvSpPr>
            <p:cNvPr id="4" name="object 4"/>
            <p:cNvSpPr/>
            <p:nvPr/>
          </p:nvSpPr>
          <p:spPr>
            <a:xfrm>
              <a:off x="1962785" y="1281430"/>
              <a:ext cx="426084" cy="614045"/>
            </a:xfrm>
            <a:custGeom>
              <a:avLst/>
              <a:gdLst/>
              <a:ahLst/>
              <a:cxnLst/>
              <a:rect l="l" t="t" r="r" b="b"/>
              <a:pathLst>
                <a:path w="426085" h="614044">
                  <a:moveTo>
                    <a:pt x="426084" y="613791"/>
                  </a:moveTo>
                  <a:lnTo>
                    <a:pt x="369474" y="608461"/>
                  </a:lnTo>
                  <a:lnTo>
                    <a:pt x="318600" y="593423"/>
                  </a:lnTo>
                  <a:lnTo>
                    <a:pt x="275494" y="570103"/>
                  </a:lnTo>
                  <a:lnTo>
                    <a:pt x="242188" y="539924"/>
                  </a:lnTo>
                  <a:lnTo>
                    <a:pt x="220715" y="504312"/>
                  </a:lnTo>
                  <a:lnTo>
                    <a:pt x="213106" y="464693"/>
                  </a:lnTo>
                  <a:lnTo>
                    <a:pt x="213106" y="455930"/>
                  </a:lnTo>
                  <a:lnTo>
                    <a:pt x="205495" y="416310"/>
                  </a:lnTo>
                  <a:lnTo>
                    <a:pt x="184018" y="380698"/>
                  </a:lnTo>
                  <a:lnTo>
                    <a:pt x="150701" y="350520"/>
                  </a:lnTo>
                  <a:lnTo>
                    <a:pt x="107573" y="327199"/>
                  </a:lnTo>
                  <a:lnTo>
                    <a:pt x="56663" y="312161"/>
                  </a:lnTo>
                  <a:lnTo>
                    <a:pt x="0" y="306832"/>
                  </a:lnTo>
                  <a:lnTo>
                    <a:pt x="56663" y="301511"/>
                  </a:lnTo>
                  <a:lnTo>
                    <a:pt x="107573" y="286493"/>
                  </a:lnTo>
                  <a:lnTo>
                    <a:pt x="150701" y="263191"/>
                  </a:lnTo>
                  <a:lnTo>
                    <a:pt x="184018" y="233021"/>
                  </a:lnTo>
                  <a:lnTo>
                    <a:pt x="205495" y="197397"/>
                  </a:lnTo>
                  <a:lnTo>
                    <a:pt x="213106" y="157734"/>
                  </a:lnTo>
                  <a:lnTo>
                    <a:pt x="213106" y="149098"/>
                  </a:lnTo>
                  <a:lnTo>
                    <a:pt x="220715" y="109478"/>
                  </a:lnTo>
                  <a:lnTo>
                    <a:pt x="242188" y="73866"/>
                  </a:lnTo>
                  <a:lnTo>
                    <a:pt x="275494" y="43687"/>
                  </a:lnTo>
                  <a:lnTo>
                    <a:pt x="318600" y="20367"/>
                  </a:lnTo>
                  <a:lnTo>
                    <a:pt x="369474" y="5329"/>
                  </a:lnTo>
                  <a:lnTo>
                    <a:pt x="426084" y="0"/>
                  </a:lnTo>
                </a:path>
              </a:pathLst>
            </a:custGeom>
            <a:ln w="25400">
              <a:solidFill>
                <a:srgbClr val="3369C3"/>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txBox="1"/>
            <p:nvPr/>
          </p:nvSpPr>
          <p:spPr>
            <a:xfrm>
              <a:off x="2588641" y="1206771"/>
              <a:ext cx="6228462" cy="684000"/>
            </a:xfrm>
            <a:prstGeom prst="rect">
              <a:avLst/>
            </a:prstGeom>
            <a:solidFill>
              <a:srgbClr val="FBFFD9"/>
            </a:solidFill>
            <a:ln w="25400">
              <a:solidFill>
                <a:srgbClr val="FFFFFF"/>
              </a:solidFill>
            </a:ln>
          </p:spPr>
          <p:txBody>
            <a:bodyPr vert="horz" wrap="square" lIns="0" tIns="93980" rIns="0" bIns="0" rtlCol="0">
              <a:spAutoFit/>
            </a:bodyPr>
            <a:lstStyle/>
            <a:p>
              <a:pPr marL="100330" marR="325120" lvl="0" indent="-20320" defTabSz="914400" eaLnBrk="1" fontAlgn="auto" latinLnBrk="0" hangingPunct="1">
                <a:lnSpc>
                  <a:spcPts val="1140"/>
                </a:lnSpc>
                <a:spcBef>
                  <a:spcPts val="74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latin typeface="Arial MT"/>
                  <a:cs typeface="Arial MT"/>
                </a:rPr>
                <a:t>A spatiotemporal </a:t>
              </a:r>
              <a:r>
                <a:rPr kumimoji="0" lang="en-US" sz="1100" b="1" i="0" u="none" strike="noStrike" kern="0" cap="none" spc="0" normalizeH="0" baseline="0" noProof="0" dirty="0">
                  <a:ln>
                    <a:noFill/>
                  </a:ln>
                  <a:solidFill>
                    <a:sysClr val="windowText" lastClr="000000"/>
                  </a:solidFill>
                  <a:effectLst/>
                  <a:uLnTx/>
                  <a:uFillTx/>
                  <a:latin typeface="Arial MT"/>
                  <a:cs typeface="Arial MT"/>
                </a:rPr>
                <a:t>ML model forecasts block face availability for your exact arrival time</a:t>
              </a:r>
              <a:r>
                <a:rPr kumimoji="0" lang="en-US" sz="1100" b="0" i="0" u="none" strike="noStrike" kern="0" cap="none" spc="0" normalizeH="0" baseline="0" noProof="0" dirty="0">
                  <a:ln>
                    <a:noFill/>
                  </a:ln>
                  <a:solidFill>
                    <a:sysClr val="windowText" lastClr="000000"/>
                  </a:solidFill>
                  <a:effectLst/>
                  <a:uLnTx/>
                  <a:uFillTx/>
                  <a:latin typeface="Arial MT"/>
                  <a:cs typeface="Arial MT"/>
                </a:rPr>
                <a:t> and displays a </a:t>
              </a:r>
              <a:r>
                <a:rPr kumimoji="0" lang="en-US" sz="1100" b="1" i="0" u="none" strike="noStrike" kern="0" cap="none" spc="0" normalizeH="0" baseline="0" noProof="0" dirty="0">
                  <a:ln>
                    <a:noFill/>
                  </a:ln>
                  <a:solidFill>
                    <a:sysClr val="windowText" lastClr="000000"/>
                  </a:solidFill>
                  <a:effectLst/>
                  <a:uLnTx/>
                  <a:uFillTx/>
                  <a:latin typeface="Arial MT"/>
                  <a:cs typeface="Arial MT"/>
                </a:rPr>
                <a:t>calibrated probability with a confidence band</a:t>
              </a:r>
              <a:r>
                <a:rPr kumimoji="0" lang="en-US" sz="1100" b="0" i="0" u="none" strike="noStrike" kern="0" cap="none" spc="0" normalizeH="0" baseline="0" noProof="0" dirty="0">
                  <a:ln>
                    <a:noFill/>
                  </a:ln>
                  <a:solidFill>
                    <a:sysClr val="windowText" lastClr="000000"/>
                  </a:solidFill>
                  <a:effectLst/>
                  <a:uLnTx/>
                  <a:uFillTx/>
                  <a:latin typeface="Arial MT"/>
                  <a:cs typeface="Arial MT"/>
                </a:rPr>
                <a:t> (e.g., “86% ±5%”). It fuses live signals (</a:t>
              </a:r>
              <a:r>
                <a:rPr kumimoji="0" lang="en-US" sz="1100" b="1" i="0" u="none" strike="noStrike" kern="0" cap="none" spc="0" normalizeH="0" baseline="0" noProof="0" dirty="0">
                  <a:ln>
                    <a:noFill/>
                  </a:ln>
                  <a:solidFill>
                    <a:sysClr val="windowText" lastClr="000000"/>
                  </a:solidFill>
                  <a:effectLst/>
                  <a:uLnTx/>
                  <a:uFillTx/>
                  <a:latin typeface="Arial MT"/>
                  <a:cs typeface="Arial MT"/>
                </a:rPr>
                <a:t>ETA changes, bookings, events/weather, optional sensors</a:t>
              </a:r>
              <a:r>
                <a:rPr kumimoji="0" lang="en-US" sz="1100" b="0" i="0" u="none" strike="noStrike" kern="0" cap="none" spc="0" normalizeH="0" baseline="0" noProof="0" dirty="0">
                  <a:ln>
                    <a:noFill/>
                  </a:ln>
                  <a:solidFill>
                    <a:sysClr val="windowText" lastClr="000000"/>
                  </a:solidFill>
                  <a:effectLst/>
                  <a:uLnTx/>
                  <a:uFillTx/>
                  <a:latin typeface="Arial MT"/>
                  <a:cs typeface="Arial MT"/>
                </a:rPr>
                <a:t>) so users see trustworthy, latest availability.</a:t>
              </a:r>
              <a:endParaRPr kumimoji="0" sz="1100" b="0" i="0" u="none" strike="noStrike" kern="0" cap="none" spc="0" normalizeH="0" baseline="0" noProof="0" dirty="0">
                <a:ln>
                  <a:noFill/>
                </a:ln>
                <a:solidFill>
                  <a:sysClr val="windowText" lastClr="000000"/>
                </a:solidFill>
                <a:effectLst/>
                <a:uLnTx/>
                <a:uFillTx/>
                <a:latin typeface="Arial MT"/>
                <a:cs typeface="Arial MT"/>
              </a:endParaRPr>
            </a:p>
          </p:txBody>
        </p:sp>
        <p:sp>
          <p:nvSpPr>
            <p:cNvPr id="6" name="object 6"/>
            <p:cNvSpPr txBox="1"/>
            <p:nvPr/>
          </p:nvSpPr>
          <p:spPr>
            <a:xfrm>
              <a:off x="458216" y="2149084"/>
              <a:ext cx="1644904" cy="460382"/>
            </a:xfrm>
            <a:prstGeom prst="rect">
              <a:avLst/>
            </a:prstGeom>
          </p:spPr>
          <p:txBody>
            <a:bodyPr vert="horz" wrap="square" lIns="0" tIns="36830" rIns="0" bIns="0" rtlCol="0">
              <a:spAutoFit/>
            </a:bodyPr>
            <a:lstStyle/>
            <a:p>
              <a:pPr marL="12700" marR="5080" lvl="0" indent="0" defTabSz="914400" eaLnBrk="1" fontAlgn="auto" latinLnBrk="0" hangingPunct="1">
                <a:lnSpc>
                  <a:spcPts val="1140"/>
                </a:lnSpc>
                <a:spcBef>
                  <a:spcPts val="290"/>
                </a:spcBef>
                <a:spcAft>
                  <a:spcPts val="0"/>
                </a:spcAft>
                <a:buClrTx/>
                <a:buSzTx/>
                <a:buFontTx/>
                <a:buNone/>
                <a:tabLst/>
                <a:defRPr/>
              </a:pPr>
              <a:r>
                <a:rPr kumimoji="0" lang="en-US" sz="1100" b="1" i="0" u="none" strike="noStrike" kern="0" cap="none" spc="0" normalizeH="0" baseline="0" noProof="0" dirty="0">
                  <a:ln>
                    <a:noFill/>
                  </a:ln>
                  <a:solidFill>
                    <a:sysClr val="windowText" lastClr="000000"/>
                  </a:solidFill>
                  <a:effectLst/>
                  <a:uLnTx/>
                  <a:uFillTx/>
                  <a:latin typeface="Arial"/>
                  <a:cs typeface="Arial"/>
                </a:rPr>
                <a:t>Smart Hold &amp; Automatic Backup‑Swap (Reliability)</a:t>
              </a:r>
              <a:endParaRPr kumimoji="0" sz="1100" b="0" i="0" u="none" strike="noStrike" kern="0" cap="none" spc="0" normalizeH="0" baseline="0" noProof="0" dirty="0">
                <a:ln>
                  <a:noFill/>
                </a:ln>
                <a:solidFill>
                  <a:sysClr val="windowText" lastClr="000000"/>
                </a:solidFill>
                <a:effectLst/>
                <a:uLnTx/>
                <a:uFillTx/>
                <a:latin typeface="Arial"/>
                <a:cs typeface="Arial"/>
              </a:endParaRPr>
            </a:p>
          </p:txBody>
        </p:sp>
        <p:sp>
          <p:nvSpPr>
            <p:cNvPr id="7" name="object 7"/>
            <p:cNvSpPr/>
            <p:nvPr/>
          </p:nvSpPr>
          <p:spPr>
            <a:xfrm>
              <a:off x="1992122" y="2083943"/>
              <a:ext cx="426084" cy="671830"/>
            </a:xfrm>
            <a:custGeom>
              <a:avLst/>
              <a:gdLst/>
              <a:ahLst/>
              <a:cxnLst/>
              <a:rect l="l" t="t" r="r" b="b"/>
              <a:pathLst>
                <a:path w="426085" h="671830">
                  <a:moveTo>
                    <a:pt x="426084" y="671322"/>
                  </a:moveTo>
                  <a:lnTo>
                    <a:pt x="369474" y="666001"/>
                  </a:lnTo>
                  <a:lnTo>
                    <a:pt x="318600" y="650983"/>
                  </a:lnTo>
                  <a:lnTo>
                    <a:pt x="275494" y="627681"/>
                  </a:lnTo>
                  <a:lnTo>
                    <a:pt x="242188" y="597511"/>
                  </a:lnTo>
                  <a:lnTo>
                    <a:pt x="220715" y="561887"/>
                  </a:lnTo>
                  <a:lnTo>
                    <a:pt x="213105" y="522224"/>
                  </a:lnTo>
                  <a:lnTo>
                    <a:pt x="213105" y="484759"/>
                  </a:lnTo>
                  <a:lnTo>
                    <a:pt x="205495" y="445139"/>
                  </a:lnTo>
                  <a:lnTo>
                    <a:pt x="184018" y="409527"/>
                  </a:lnTo>
                  <a:lnTo>
                    <a:pt x="150701" y="379349"/>
                  </a:lnTo>
                  <a:lnTo>
                    <a:pt x="107573" y="356028"/>
                  </a:lnTo>
                  <a:lnTo>
                    <a:pt x="56663" y="340990"/>
                  </a:lnTo>
                  <a:lnTo>
                    <a:pt x="0" y="335661"/>
                  </a:lnTo>
                  <a:lnTo>
                    <a:pt x="56663" y="330340"/>
                  </a:lnTo>
                  <a:lnTo>
                    <a:pt x="107573" y="315322"/>
                  </a:lnTo>
                  <a:lnTo>
                    <a:pt x="150701" y="292020"/>
                  </a:lnTo>
                  <a:lnTo>
                    <a:pt x="184018" y="261850"/>
                  </a:lnTo>
                  <a:lnTo>
                    <a:pt x="205495" y="226226"/>
                  </a:lnTo>
                  <a:lnTo>
                    <a:pt x="213105" y="186562"/>
                  </a:lnTo>
                  <a:lnTo>
                    <a:pt x="213105" y="149098"/>
                  </a:lnTo>
                  <a:lnTo>
                    <a:pt x="220715" y="109478"/>
                  </a:lnTo>
                  <a:lnTo>
                    <a:pt x="242188" y="73866"/>
                  </a:lnTo>
                  <a:lnTo>
                    <a:pt x="275494" y="43688"/>
                  </a:lnTo>
                  <a:lnTo>
                    <a:pt x="318600" y="20367"/>
                  </a:lnTo>
                  <a:lnTo>
                    <a:pt x="369474" y="5329"/>
                  </a:lnTo>
                  <a:lnTo>
                    <a:pt x="426084" y="0"/>
                  </a:lnTo>
                </a:path>
              </a:pathLst>
            </a:custGeom>
            <a:ln w="25400">
              <a:solidFill>
                <a:srgbClr val="3369C3"/>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8" name="object 8"/>
            <p:cNvSpPr txBox="1"/>
            <p:nvPr/>
          </p:nvSpPr>
          <p:spPr>
            <a:xfrm>
              <a:off x="2588641" y="2072047"/>
              <a:ext cx="6251533" cy="648000"/>
            </a:xfrm>
            <a:prstGeom prst="rect">
              <a:avLst/>
            </a:prstGeom>
            <a:solidFill>
              <a:srgbClr val="FBFFD9"/>
            </a:solidFill>
            <a:ln w="25400">
              <a:solidFill>
                <a:srgbClr val="FFFFFF"/>
              </a:solidFill>
            </a:ln>
          </p:spPr>
          <p:txBody>
            <a:bodyPr vert="horz" wrap="square" lIns="0" tIns="146685" rIns="0" bIns="0" rtlCol="0">
              <a:spAutoFit/>
            </a:bodyPr>
            <a:lstStyle/>
            <a:p>
              <a:pPr marL="99695" marR="199390" lvl="0" indent="19685" defTabSz="914400" eaLnBrk="1" fontAlgn="auto" latinLnBrk="0" hangingPunct="1">
                <a:lnSpc>
                  <a:spcPts val="1140"/>
                </a:lnSpc>
                <a:spcBef>
                  <a:spcPts val="1155"/>
                </a:spcBef>
                <a:spcAft>
                  <a:spcPts val="0"/>
                </a:spcAft>
                <a:buClrTx/>
                <a:buSzTx/>
                <a:buFontTx/>
                <a:buNone/>
                <a:tabLst/>
                <a:defRPr/>
              </a:pPr>
              <a:r>
                <a:rPr kumimoji="0" lang="en-US" sz="1100" b="1" i="0" u="none" strike="noStrike" kern="0" cap="none" spc="0" normalizeH="0" baseline="0" noProof="0" dirty="0">
                  <a:ln>
                    <a:noFill/>
                  </a:ln>
                  <a:solidFill>
                    <a:sysClr val="windowText" lastClr="000000"/>
                  </a:solidFill>
                  <a:effectLst/>
                  <a:uLnTx/>
                  <a:uFillTx/>
                  <a:latin typeface="Arial MT"/>
                  <a:cs typeface="Arial MT"/>
                </a:rPr>
                <a:t>Book with a lower‑cost Smart Hold or full Guarantee</a:t>
              </a:r>
              <a:r>
                <a:rPr kumimoji="0" lang="en-US" sz="1100" b="0" i="0" u="none" strike="noStrike" kern="0" cap="none" spc="0" normalizeH="0" baseline="0" noProof="0" dirty="0">
                  <a:ln>
                    <a:noFill/>
                  </a:ln>
                  <a:solidFill>
                    <a:sysClr val="windowText" lastClr="000000"/>
                  </a:solidFill>
                  <a:effectLst/>
                  <a:uLnTx/>
                  <a:uFillTx/>
                  <a:latin typeface="Arial MT"/>
                  <a:cs typeface="Arial MT"/>
                </a:rPr>
                <a:t>. The system pre‑</a:t>
              </a:r>
              <a:r>
                <a:rPr kumimoji="0" lang="en-US" sz="1100" b="0" i="0" u="none" strike="noStrike" kern="0" cap="none" spc="0" normalizeH="0" baseline="0" noProof="0" dirty="0" err="1">
                  <a:ln>
                    <a:noFill/>
                  </a:ln>
                  <a:solidFill>
                    <a:sysClr val="windowText" lastClr="000000"/>
                  </a:solidFill>
                  <a:effectLst/>
                  <a:uLnTx/>
                  <a:uFillTx/>
                  <a:latin typeface="Arial MT"/>
                  <a:cs typeface="Arial MT"/>
                </a:rPr>
                <a:t>auths</a:t>
              </a:r>
              <a:r>
                <a:rPr kumimoji="0" lang="en-US" sz="1100" b="0" i="0" u="none" strike="noStrike" kern="0" cap="none" spc="0" normalizeH="0" baseline="0" noProof="0" dirty="0">
                  <a:ln>
                    <a:noFill/>
                  </a:ln>
                  <a:solidFill>
                    <a:sysClr val="windowText" lastClr="000000"/>
                  </a:solidFill>
                  <a:effectLst/>
                  <a:uLnTx/>
                  <a:uFillTx/>
                  <a:latin typeface="Arial MT"/>
                  <a:cs typeface="Arial MT"/>
                </a:rPr>
                <a:t> payment, watches risk in transit, and </a:t>
              </a:r>
              <a:r>
                <a:rPr kumimoji="0" lang="en-US" sz="1100" b="1" i="0" u="none" strike="noStrike" kern="0" cap="none" spc="0" normalizeH="0" baseline="0" noProof="0" dirty="0">
                  <a:ln>
                    <a:noFill/>
                  </a:ln>
                  <a:solidFill>
                    <a:sysClr val="windowText" lastClr="000000"/>
                  </a:solidFill>
                  <a:effectLst/>
                  <a:uLnTx/>
                  <a:uFillTx/>
                  <a:latin typeface="Arial MT"/>
                  <a:cs typeface="Arial MT"/>
                </a:rPr>
                <a:t>proactively activates the best nearby backup </a:t>
              </a:r>
              <a:r>
                <a:rPr kumimoji="0" lang="en-US" sz="1100" b="0" i="0" u="none" strike="noStrike" kern="0" cap="none" spc="0" normalizeH="0" baseline="0" noProof="0" dirty="0">
                  <a:ln>
                    <a:noFill/>
                  </a:ln>
                  <a:solidFill>
                    <a:sysClr val="windowText" lastClr="000000"/>
                  </a:solidFill>
                  <a:effectLst/>
                  <a:uLnTx/>
                  <a:uFillTx/>
                  <a:latin typeface="Arial MT"/>
                  <a:cs typeface="Arial MT"/>
                </a:rPr>
                <a:t>if confidence drops - preserving price and SLA - so the journey remains reliable without over‑reserving inventory.</a:t>
              </a:r>
            </a:p>
          </p:txBody>
        </p:sp>
        <p:sp>
          <p:nvSpPr>
            <p:cNvPr id="9" name="object 9"/>
            <p:cNvSpPr txBox="1"/>
            <p:nvPr/>
          </p:nvSpPr>
          <p:spPr>
            <a:xfrm>
              <a:off x="458216" y="2953888"/>
              <a:ext cx="1363471" cy="460382"/>
            </a:xfrm>
            <a:prstGeom prst="rect">
              <a:avLst/>
            </a:prstGeom>
          </p:spPr>
          <p:txBody>
            <a:bodyPr vert="horz" wrap="square" lIns="0" tIns="36830" rIns="0" bIns="0" rtlCol="0">
              <a:spAutoFit/>
            </a:bodyPr>
            <a:lstStyle/>
            <a:p>
              <a:pPr marL="12700" marR="5080" lvl="0" indent="0" defTabSz="914400" eaLnBrk="1" fontAlgn="auto" latinLnBrk="0" hangingPunct="1">
                <a:lnSpc>
                  <a:spcPts val="1140"/>
                </a:lnSpc>
                <a:spcBef>
                  <a:spcPts val="290"/>
                </a:spcBef>
                <a:spcAft>
                  <a:spcPts val="0"/>
                </a:spcAft>
                <a:buClrTx/>
                <a:buSzTx/>
                <a:buFontTx/>
                <a:buNone/>
                <a:tabLst/>
                <a:defRPr/>
              </a:pPr>
              <a:r>
                <a:rPr kumimoji="0" lang="en-IN" sz="1100" b="1" i="0" u="none" strike="noStrike" kern="0" cap="none" spc="-10" normalizeH="0" baseline="0" noProof="0" dirty="0">
                  <a:ln>
                    <a:noFill/>
                  </a:ln>
                  <a:solidFill>
                    <a:sysClr val="windowText" lastClr="000000"/>
                  </a:solidFill>
                  <a:effectLst/>
                  <a:uLnTx/>
                  <a:uFillTx/>
                  <a:latin typeface="Arial"/>
                  <a:cs typeface="Arial"/>
                </a:rPr>
                <a:t>Hardware‑Lite Access &amp; Fast Onboarding</a:t>
              </a:r>
            </a:p>
          </p:txBody>
        </p:sp>
        <p:sp>
          <p:nvSpPr>
            <p:cNvPr id="10" name="object 10"/>
            <p:cNvSpPr/>
            <p:nvPr/>
          </p:nvSpPr>
          <p:spPr>
            <a:xfrm>
              <a:off x="1992122" y="2877057"/>
              <a:ext cx="426084" cy="614045"/>
            </a:xfrm>
            <a:custGeom>
              <a:avLst/>
              <a:gdLst/>
              <a:ahLst/>
              <a:cxnLst/>
              <a:rect l="l" t="t" r="r" b="b"/>
              <a:pathLst>
                <a:path w="426085" h="614045">
                  <a:moveTo>
                    <a:pt x="426084" y="613791"/>
                  </a:moveTo>
                  <a:lnTo>
                    <a:pt x="369474" y="608461"/>
                  </a:lnTo>
                  <a:lnTo>
                    <a:pt x="318600" y="593423"/>
                  </a:lnTo>
                  <a:lnTo>
                    <a:pt x="275494" y="570103"/>
                  </a:lnTo>
                  <a:lnTo>
                    <a:pt x="242188" y="539924"/>
                  </a:lnTo>
                  <a:lnTo>
                    <a:pt x="220715" y="504312"/>
                  </a:lnTo>
                  <a:lnTo>
                    <a:pt x="213105" y="464693"/>
                  </a:lnTo>
                  <a:lnTo>
                    <a:pt x="213105" y="455930"/>
                  </a:lnTo>
                  <a:lnTo>
                    <a:pt x="205495" y="416310"/>
                  </a:lnTo>
                  <a:lnTo>
                    <a:pt x="184018" y="380698"/>
                  </a:lnTo>
                  <a:lnTo>
                    <a:pt x="150701" y="350520"/>
                  </a:lnTo>
                  <a:lnTo>
                    <a:pt x="107573" y="327199"/>
                  </a:lnTo>
                  <a:lnTo>
                    <a:pt x="56663" y="312161"/>
                  </a:lnTo>
                  <a:lnTo>
                    <a:pt x="0" y="306831"/>
                  </a:lnTo>
                  <a:lnTo>
                    <a:pt x="56663" y="301511"/>
                  </a:lnTo>
                  <a:lnTo>
                    <a:pt x="107573" y="286493"/>
                  </a:lnTo>
                  <a:lnTo>
                    <a:pt x="150701" y="263191"/>
                  </a:lnTo>
                  <a:lnTo>
                    <a:pt x="184018" y="233021"/>
                  </a:lnTo>
                  <a:lnTo>
                    <a:pt x="205495" y="197397"/>
                  </a:lnTo>
                  <a:lnTo>
                    <a:pt x="213105" y="157734"/>
                  </a:lnTo>
                  <a:lnTo>
                    <a:pt x="213105" y="149098"/>
                  </a:lnTo>
                  <a:lnTo>
                    <a:pt x="220715" y="109434"/>
                  </a:lnTo>
                  <a:lnTo>
                    <a:pt x="242188" y="73810"/>
                  </a:lnTo>
                  <a:lnTo>
                    <a:pt x="275494" y="43640"/>
                  </a:lnTo>
                  <a:lnTo>
                    <a:pt x="318600" y="20338"/>
                  </a:lnTo>
                  <a:lnTo>
                    <a:pt x="369474" y="5320"/>
                  </a:lnTo>
                  <a:lnTo>
                    <a:pt x="426084" y="0"/>
                  </a:lnTo>
                </a:path>
              </a:pathLst>
            </a:custGeom>
            <a:ln w="25400">
              <a:solidFill>
                <a:srgbClr val="3369C3"/>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11"/>
            <p:cNvSpPr txBox="1"/>
            <p:nvPr/>
          </p:nvSpPr>
          <p:spPr>
            <a:xfrm>
              <a:off x="2588641" y="2896079"/>
              <a:ext cx="6191250" cy="612000"/>
            </a:xfrm>
            <a:prstGeom prst="rect">
              <a:avLst/>
            </a:prstGeom>
            <a:solidFill>
              <a:srgbClr val="FBFFD9"/>
            </a:solidFill>
            <a:ln w="25400">
              <a:solidFill>
                <a:srgbClr val="FFFFFF"/>
              </a:solidFill>
            </a:ln>
          </p:spPr>
          <p:txBody>
            <a:bodyPr vert="horz" wrap="square" lIns="0" tIns="99695" rIns="0" bIns="0" rtlCol="0">
              <a:spAutoFit/>
            </a:bodyPr>
            <a:lstStyle/>
            <a:p>
              <a:pPr marL="99695" marR="60960" indent="-20320">
                <a:lnSpc>
                  <a:spcPct val="86400"/>
                </a:lnSpc>
                <a:spcBef>
                  <a:spcPts val="785"/>
                </a:spcBef>
                <a:buClrTx/>
                <a:defRPr/>
              </a:pPr>
              <a:r>
                <a:rPr lang="en-US" sz="1100" dirty="0"/>
                <a:t>Works day one with QR validation; plate and sensors are optional add‑ons. Providers self‑serve to publish locations, stalls, EV/accessible flags, pricing, and blackouts - going live in hours. Signals from devices/feeds can be ingested later to boost accuracy.</a:t>
              </a:r>
            </a:p>
          </p:txBody>
        </p:sp>
        <p:sp>
          <p:nvSpPr>
            <p:cNvPr id="12" name="object 12"/>
            <p:cNvSpPr txBox="1"/>
            <p:nvPr/>
          </p:nvSpPr>
          <p:spPr>
            <a:xfrm>
              <a:off x="458216" y="3690793"/>
              <a:ext cx="1439164" cy="460382"/>
            </a:xfrm>
            <a:prstGeom prst="rect">
              <a:avLst/>
            </a:prstGeom>
          </p:spPr>
          <p:txBody>
            <a:bodyPr vert="horz" wrap="square" lIns="0" tIns="36830" rIns="0" bIns="0" rtlCol="0">
              <a:spAutoFit/>
            </a:bodyPr>
            <a:lstStyle/>
            <a:p>
              <a:pPr marL="12700" marR="5080" lvl="0" indent="0" defTabSz="914400" eaLnBrk="1" fontAlgn="auto" latinLnBrk="0" hangingPunct="1">
                <a:lnSpc>
                  <a:spcPts val="1140"/>
                </a:lnSpc>
                <a:spcBef>
                  <a:spcPts val="290"/>
                </a:spcBef>
                <a:spcAft>
                  <a:spcPts val="0"/>
                </a:spcAft>
                <a:buClrTx/>
                <a:buSzTx/>
                <a:buFontTx/>
                <a:buNone/>
                <a:tabLst/>
                <a:defRPr/>
              </a:pPr>
              <a:r>
                <a:rPr kumimoji="0" lang="en-US" sz="1100" b="1" i="0" u="none" strike="noStrike" kern="0" cap="none" spc="0" normalizeH="0" baseline="0" noProof="0" dirty="0">
                  <a:ln>
                    <a:noFill/>
                  </a:ln>
                  <a:solidFill>
                    <a:sysClr val="windowText" lastClr="000000"/>
                  </a:solidFill>
                  <a:effectLst/>
                  <a:uLnTx/>
                  <a:uFillTx/>
                  <a:latin typeface="Arial"/>
                  <a:cs typeface="Arial"/>
                </a:rPr>
                <a:t>Demand Steering, EV/Accessibility &amp; Seamless Payments</a:t>
              </a:r>
            </a:p>
          </p:txBody>
        </p:sp>
        <p:sp>
          <p:nvSpPr>
            <p:cNvPr id="13" name="object 13"/>
            <p:cNvSpPr/>
            <p:nvPr/>
          </p:nvSpPr>
          <p:spPr>
            <a:xfrm>
              <a:off x="1992122" y="3614039"/>
              <a:ext cx="426084" cy="614045"/>
            </a:xfrm>
            <a:custGeom>
              <a:avLst/>
              <a:gdLst/>
              <a:ahLst/>
              <a:cxnLst/>
              <a:rect l="l" t="t" r="r" b="b"/>
              <a:pathLst>
                <a:path w="426085" h="614045">
                  <a:moveTo>
                    <a:pt x="426084" y="613829"/>
                  </a:moveTo>
                  <a:lnTo>
                    <a:pt x="369474" y="608502"/>
                  </a:lnTo>
                  <a:lnTo>
                    <a:pt x="318600" y="593470"/>
                  </a:lnTo>
                  <a:lnTo>
                    <a:pt x="275494" y="570153"/>
                  </a:lnTo>
                  <a:lnTo>
                    <a:pt x="242188" y="539975"/>
                  </a:lnTo>
                  <a:lnTo>
                    <a:pt x="220715" y="504356"/>
                  </a:lnTo>
                  <a:lnTo>
                    <a:pt x="213105" y="464718"/>
                  </a:lnTo>
                  <a:lnTo>
                    <a:pt x="213105" y="456031"/>
                  </a:lnTo>
                  <a:lnTo>
                    <a:pt x="205495" y="416394"/>
                  </a:lnTo>
                  <a:lnTo>
                    <a:pt x="184018" y="380777"/>
                  </a:lnTo>
                  <a:lnTo>
                    <a:pt x="150701" y="350602"/>
                  </a:lnTo>
                  <a:lnTo>
                    <a:pt x="107573" y="327289"/>
                  </a:lnTo>
                  <a:lnTo>
                    <a:pt x="56663" y="312259"/>
                  </a:lnTo>
                  <a:lnTo>
                    <a:pt x="0" y="306933"/>
                  </a:lnTo>
                  <a:lnTo>
                    <a:pt x="56663" y="301606"/>
                  </a:lnTo>
                  <a:lnTo>
                    <a:pt x="107573" y="286573"/>
                  </a:lnTo>
                  <a:lnTo>
                    <a:pt x="150701" y="263258"/>
                  </a:lnTo>
                  <a:lnTo>
                    <a:pt x="184018" y="233085"/>
                  </a:lnTo>
                  <a:lnTo>
                    <a:pt x="205495" y="197478"/>
                  </a:lnTo>
                  <a:lnTo>
                    <a:pt x="213105" y="157861"/>
                  </a:lnTo>
                  <a:lnTo>
                    <a:pt x="213105" y="149098"/>
                  </a:lnTo>
                  <a:lnTo>
                    <a:pt x="220715" y="109478"/>
                  </a:lnTo>
                  <a:lnTo>
                    <a:pt x="242188" y="73866"/>
                  </a:lnTo>
                  <a:lnTo>
                    <a:pt x="275494" y="43687"/>
                  </a:lnTo>
                  <a:lnTo>
                    <a:pt x="318600" y="20367"/>
                  </a:lnTo>
                  <a:lnTo>
                    <a:pt x="369474" y="5329"/>
                  </a:lnTo>
                  <a:lnTo>
                    <a:pt x="426084" y="0"/>
                  </a:lnTo>
                </a:path>
              </a:pathLst>
            </a:custGeom>
            <a:ln w="25399">
              <a:solidFill>
                <a:srgbClr val="3369C3"/>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14"/>
            <p:cNvSpPr txBox="1"/>
            <p:nvPr/>
          </p:nvSpPr>
          <p:spPr>
            <a:xfrm>
              <a:off x="2588641" y="3650983"/>
              <a:ext cx="6191250" cy="576000"/>
            </a:xfrm>
            <a:prstGeom prst="rect">
              <a:avLst/>
            </a:prstGeom>
            <a:solidFill>
              <a:srgbClr val="FBFFD9"/>
            </a:solidFill>
            <a:ln w="25400">
              <a:solidFill>
                <a:srgbClr val="FFFFFF"/>
              </a:solidFill>
            </a:ln>
          </p:spPr>
          <p:txBody>
            <a:bodyPr vert="horz" wrap="square" lIns="0" tIns="78105" rIns="0" bIns="0" rtlCol="0">
              <a:spAutoFit/>
            </a:bodyPr>
            <a:lstStyle/>
            <a:p>
              <a:pPr marL="99695" marR="163195" lvl="0" indent="19685" defTabSz="914400" eaLnBrk="1" fontAlgn="auto" latinLnBrk="0" hangingPunct="1">
                <a:lnSpc>
                  <a:spcPts val="1140"/>
                </a:lnSpc>
                <a:spcBef>
                  <a:spcPts val="615"/>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latin typeface="Arial MT"/>
                  <a:cs typeface="Arial MT"/>
                </a:rPr>
                <a:t>Subtle time/price nudges (e.g., arrive +10 min) raise success odds and smooth peaks; </a:t>
              </a:r>
              <a:r>
                <a:rPr kumimoji="0" lang="en-US" sz="1100" b="1" i="0" u="none" strike="noStrike" kern="0" cap="none" spc="0" normalizeH="0" baseline="0" noProof="0" dirty="0">
                  <a:ln>
                    <a:noFill/>
                  </a:ln>
                  <a:solidFill>
                    <a:sysClr val="windowText" lastClr="000000"/>
                  </a:solidFill>
                  <a:effectLst/>
                  <a:uLnTx/>
                  <a:uFillTx/>
                  <a:latin typeface="Arial MT"/>
                  <a:cs typeface="Arial MT"/>
                </a:rPr>
                <a:t>EV and accessibility filters are first‑class in every search</a:t>
              </a:r>
              <a:r>
                <a:rPr kumimoji="0" lang="en-US" sz="1100" b="0" i="0" u="none" strike="noStrike" kern="0" cap="none" spc="0" normalizeH="0" baseline="0" noProof="0" dirty="0">
                  <a:ln>
                    <a:noFill/>
                  </a:ln>
                  <a:solidFill>
                    <a:sysClr val="windowText" lastClr="000000"/>
                  </a:solidFill>
                  <a:effectLst/>
                  <a:uLnTx/>
                  <a:uFillTx/>
                  <a:latin typeface="Arial MT"/>
                  <a:cs typeface="Arial MT"/>
                </a:rPr>
                <a:t>. Payments are pre‑authorized at booking and automatically captured/refunded on exit, with instant receipts and clear status.</a:t>
              </a:r>
            </a:p>
          </p:txBody>
        </p:sp>
        <p:sp>
          <p:nvSpPr>
            <p:cNvPr id="15" name="object 15"/>
            <p:cNvSpPr txBox="1"/>
            <p:nvPr/>
          </p:nvSpPr>
          <p:spPr>
            <a:xfrm>
              <a:off x="458216" y="4395261"/>
              <a:ext cx="1504569" cy="52065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100" b="1" i="0" u="none" strike="noStrike" kern="0" cap="none" spc="-10" normalizeH="0" baseline="0" noProof="0" dirty="0">
                  <a:ln>
                    <a:noFill/>
                  </a:ln>
                  <a:solidFill>
                    <a:sysClr val="windowText" lastClr="000000"/>
                  </a:solidFill>
                  <a:effectLst/>
                  <a:uLnTx/>
                  <a:uFillTx/>
                  <a:latin typeface="Arial"/>
                  <a:cs typeface="Arial"/>
                </a:rPr>
                <a:t>City‑Scale Performance &amp; Continuous Learning</a:t>
              </a:r>
            </a:p>
          </p:txBody>
        </p:sp>
        <p:sp>
          <p:nvSpPr>
            <p:cNvPr id="16" name="object 16"/>
            <p:cNvSpPr/>
            <p:nvPr/>
          </p:nvSpPr>
          <p:spPr>
            <a:xfrm>
              <a:off x="1992122" y="4339463"/>
              <a:ext cx="426084" cy="614045"/>
            </a:xfrm>
            <a:custGeom>
              <a:avLst/>
              <a:gdLst/>
              <a:ahLst/>
              <a:cxnLst/>
              <a:rect l="l" t="t" r="r" b="b"/>
              <a:pathLst>
                <a:path w="426085" h="614045">
                  <a:moveTo>
                    <a:pt x="426084" y="613803"/>
                  </a:moveTo>
                  <a:lnTo>
                    <a:pt x="369474" y="608476"/>
                  </a:lnTo>
                  <a:lnTo>
                    <a:pt x="318600" y="593444"/>
                  </a:lnTo>
                  <a:lnTo>
                    <a:pt x="275494" y="570128"/>
                  </a:lnTo>
                  <a:lnTo>
                    <a:pt x="242188" y="539949"/>
                  </a:lnTo>
                  <a:lnTo>
                    <a:pt x="220715" y="504330"/>
                  </a:lnTo>
                  <a:lnTo>
                    <a:pt x="213105" y="464693"/>
                  </a:lnTo>
                  <a:lnTo>
                    <a:pt x="213105" y="456018"/>
                  </a:lnTo>
                  <a:lnTo>
                    <a:pt x="205495" y="416376"/>
                  </a:lnTo>
                  <a:lnTo>
                    <a:pt x="184018" y="380756"/>
                  </a:lnTo>
                  <a:lnTo>
                    <a:pt x="150701" y="350578"/>
                  </a:lnTo>
                  <a:lnTo>
                    <a:pt x="107573" y="327264"/>
                  </a:lnTo>
                  <a:lnTo>
                    <a:pt x="56663" y="312234"/>
                  </a:lnTo>
                  <a:lnTo>
                    <a:pt x="0" y="306908"/>
                  </a:lnTo>
                  <a:lnTo>
                    <a:pt x="56663" y="301581"/>
                  </a:lnTo>
                  <a:lnTo>
                    <a:pt x="107573" y="286549"/>
                  </a:lnTo>
                  <a:lnTo>
                    <a:pt x="150701" y="263232"/>
                  </a:lnTo>
                  <a:lnTo>
                    <a:pt x="184018" y="233054"/>
                  </a:lnTo>
                  <a:lnTo>
                    <a:pt x="205495" y="197435"/>
                  </a:lnTo>
                  <a:lnTo>
                    <a:pt x="213105" y="157797"/>
                  </a:lnTo>
                  <a:lnTo>
                    <a:pt x="213105" y="149110"/>
                  </a:lnTo>
                  <a:lnTo>
                    <a:pt x="220715" y="109472"/>
                  </a:lnTo>
                  <a:lnTo>
                    <a:pt x="242188" y="73853"/>
                  </a:lnTo>
                  <a:lnTo>
                    <a:pt x="275494" y="43675"/>
                  </a:lnTo>
                  <a:lnTo>
                    <a:pt x="318600" y="20359"/>
                  </a:lnTo>
                  <a:lnTo>
                    <a:pt x="369474" y="5326"/>
                  </a:lnTo>
                  <a:lnTo>
                    <a:pt x="426084" y="0"/>
                  </a:lnTo>
                </a:path>
              </a:pathLst>
            </a:custGeom>
            <a:ln w="25400">
              <a:solidFill>
                <a:srgbClr val="3369C3"/>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7"/>
            <p:cNvSpPr txBox="1"/>
            <p:nvPr/>
          </p:nvSpPr>
          <p:spPr>
            <a:xfrm>
              <a:off x="2588641" y="4352172"/>
              <a:ext cx="6191250" cy="612000"/>
            </a:xfrm>
            <a:prstGeom prst="rect">
              <a:avLst/>
            </a:prstGeom>
            <a:solidFill>
              <a:srgbClr val="FBFFD9"/>
            </a:solidFill>
            <a:ln w="25400">
              <a:solidFill>
                <a:srgbClr val="FFFFFF"/>
              </a:solidFill>
            </a:ln>
          </p:spPr>
          <p:txBody>
            <a:bodyPr vert="horz" wrap="square" lIns="0" tIns="24130" rIns="0" bIns="0" rtlCol="0">
              <a:spAutoFit/>
            </a:bodyPr>
            <a:lstStyle/>
            <a:p>
              <a:pPr marL="99695" marR="427990" indent="19685">
                <a:lnSpc>
                  <a:spcPts val="1140"/>
                </a:lnSpc>
                <a:spcBef>
                  <a:spcPts val="190"/>
                </a:spcBef>
                <a:buClrTx/>
                <a:defRPr/>
              </a:pPr>
              <a:r>
                <a:rPr lang="en-US" sz="1100" b="1" dirty="0"/>
                <a:t>Fast geospatial search (</a:t>
              </a:r>
              <a:r>
                <a:rPr lang="en-US" sz="1100" b="1" dirty="0" err="1"/>
                <a:t>PostGIS</a:t>
              </a:r>
              <a:r>
                <a:rPr lang="en-US" sz="1100" b="1" dirty="0"/>
                <a:t>) and hot caching keep results snappy</a:t>
              </a:r>
              <a:r>
                <a:rPr lang="en-US" sz="1100" dirty="0"/>
                <a:t>; event‑driven updates refresh availability within seconds. The </a:t>
              </a:r>
              <a:r>
                <a:rPr lang="en-US" sz="1100" b="1" dirty="0"/>
                <a:t>ML loop retrains from real outcomes</a:t>
              </a:r>
              <a:r>
                <a:rPr lang="en-US" sz="1100" dirty="0"/>
                <a:t> (arrivals, overstays, no‑shows) and </a:t>
              </a:r>
              <a:r>
                <a:rPr lang="en-US" sz="1100" b="1" dirty="0"/>
                <a:t>hot‑reloads safely</a:t>
              </a:r>
              <a:r>
                <a:rPr lang="en-US" sz="1100" dirty="0"/>
                <a:t>, while observability ensures stable operations as the network grows.</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6200" rIns="0" bIns="0" rtlCol="0">
            <a:spAutoFit/>
          </a:bodyPr>
          <a:lstStyle/>
          <a:p>
            <a:pPr marL="228600">
              <a:lnSpc>
                <a:spcPct val="100000"/>
              </a:lnSpc>
              <a:spcBef>
                <a:spcPts val="105"/>
              </a:spcBef>
            </a:pPr>
            <a:r>
              <a:rPr sz="2000" dirty="0"/>
              <a:t>List</a:t>
            </a:r>
            <a:r>
              <a:rPr sz="2000" spc="-35" dirty="0"/>
              <a:t> </a:t>
            </a:r>
            <a:r>
              <a:rPr sz="2000" dirty="0"/>
              <a:t>of</a:t>
            </a:r>
            <a:r>
              <a:rPr sz="2000" spc="-20" dirty="0"/>
              <a:t> </a:t>
            </a:r>
            <a:r>
              <a:rPr sz="2000" dirty="0"/>
              <a:t>features</a:t>
            </a:r>
            <a:r>
              <a:rPr sz="2000" spc="-40" dirty="0"/>
              <a:t> </a:t>
            </a:r>
            <a:r>
              <a:rPr sz="2000" dirty="0"/>
              <a:t>offered</a:t>
            </a:r>
            <a:r>
              <a:rPr sz="2000" spc="-45" dirty="0"/>
              <a:t> </a:t>
            </a:r>
            <a:r>
              <a:rPr sz="2000" dirty="0"/>
              <a:t>by</a:t>
            </a:r>
            <a:r>
              <a:rPr sz="2000" spc="-10" dirty="0"/>
              <a:t> </a:t>
            </a:r>
            <a:r>
              <a:rPr sz="2000" dirty="0"/>
              <a:t>the</a:t>
            </a:r>
            <a:r>
              <a:rPr sz="2000" spc="-30" dirty="0"/>
              <a:t> </a:t>
            </a:r>
            <a:r>
              <a:rPr sz="2000" spc="-10" dirty="0"/>
              <a:t>solution</a:t>
            </a:r>
            <a:endParaRPr sz="2000"/>
          </a:p>
        </p:txBody>
      </p:sp>
      <p:grpSp>
        <p:nvGrpSpPr>
          <p:cNvPr id="58" name="Group 57">
            <a:extLst>
              <a:ext uri="{FF2B5EF4-FFF2-40B4-BE49-F238E27FC236}">
                <a16:creationId xmlns:a16="http://schemas.microsoft.com/office/drawing/2014/main" id="{7FBE4E22-C1EB-CB1D-C6E0-616EE1250F86}"/>
              </a:ext>
            </a:extLst>
          </p:cNvPr>
          <p:cNvGrpSpPr/>
          <p:nvPr/>
        </p:nvGrpSpPr>
        <p:grpSpPr>
          <a:xfrm>
            <a:off x="299008" y="1375536"/>
            <a:ext cx="8438973" cy="3462440"/>
            <a:chOff x="299008" y="1375536"/>
            <a:chExt cx="8438973" cy="3462440"/>
          </a:xfrm>
        </p:grpSpPr>
        <p:sp>
          <p:nvSpPr>
            <p:cNvPr id="57" name="object 48">
              <a:extLst>
                <a:ext uri="{FF2B5EF4-FFF2-40B4-BE49-F238E27FC236}">
                  <a16:creationId xmlns:a16="http://schemas.microsoft.com/office/drawing/2014/main" id="{07B118BB-79E1-AFFD-6C8C-22A656C31581}"/>
                </a:ext>
              </a:extLst>
            </p:cNvPr>
            <p:cNvSpPr/>
            <p:nvPr/>
          </p:nvSpPr>
          <p:spPr>
            <a:xfrm>
              <a:off x="301285" y="4319181"/>
              <a:ext cx="2129790" cy="518795"/>
            </a:xfrm>
            <a:custGeom>
              <a:avLst/>
              <a:gdLst/>
              <a:ahLst/>
              <a:cxnLst/>
              <a:rect l="l" t="t" r="r" b="b"/>
              <a:pathLst>
                <a:path w="2129790" h="518795">
                  <a:moveTo>
                    <a:pt x="2042998" y="0"/>
                  </a:moveTo>
                  <a:lnTo>
                    <a:pt x="86372" y="0"/>
                  </a:lnTo>
                  <a:lnTo>
                    <a:pt x="52747" y="6787"/>
                  </a:lnTo>
                  <a:lnTo>
                    <a:pt x="25293" y="25298"/>
                  </a:lnTo>
                  <a:lnTo>
                    <a:pt x="6785" y="52753"/>
                  </a:lnTo>
                  <a:lnTo>
                    <a:pt x="0" y="86372"/>
                  </a:lnTo>
                  <a:lnTo>
                    <a:pt x="0" y="431863"/>
                  </a:lnTo>
                  <a:lnTo>
                    <a:pt x="6785" y="465483"/>
                  </a:lnTo>
                  <a:lnTo>
                    <a:pt x="25293" y="492937"/>
                  </a:lnTo>
                  <a:lnTo>
                    <a:pt x="52747" y="511448"/>
                  </a:lnTo>
                  <a:lnTo>
                    <a:pt x="86372" y="518236"/>
                  </a:lnTo>
                  <a:lnTo>
                    <a:pt x="2042998" y="518236"/>
                  </a:lnTo>
                  <a:lnTo>
                    <a:pt x="2076583" y="511448"/>
                  </a:lnTo>
                  <a:lnTo>
                    <a:pt x="2104037" y="492937"/>
                  </a:lnTo>
                  <a:lnTo>
                    <a:pt x="2122561" y="465483"/>
                  </a:lnTo>
                  <a:lnTo>
                    <a:pt x="2129358" y="431863"/>
                  </a:lnTo>
                  <a:lnTo>
                    <a:pt x="2129358" y="86372"/>
                  </a:lnTo>
                  <a:lnTo>
                    <a:pt x="2122561" y="52753"/>
                  </a:lnTo>
                  <a:lnTo>
                    <a:pt x="2104037" y="25298"/>
                  </a:lnTo>
                  <a:lnTo>
                    <a:pt x="2076583" y="6787"/>
                  </a:lnTo>
                  <a:lnTo>
                    <a:pt x="2042998" y="0"/>
                  </a:lnTo>
                  <a:close/>
                </a:path>
              </a:pathLst>
            </a:custGeom>
            <a:solidFill>
              <a:srgbClr val="4E016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52" name="Group 51">
              <a:extLst>
                <a:ext uri="{FF2B5EF4-FFF2-40B4-BE49-F238E27FC236}">
                  <a16:creationId xmlns:a16="http://schemas.microsoft.com/office/drawing/2014/main" id="{476293A4-BF41-8595-B91A-E9EF8135AB83}"/>
                </a:ext>
              </a:extLst>
            </p:cNvPr>
            <p:cNvGrpSpPr/>
            <p:nvPr/>
          </p:nvGrpSpPr>
          <p:grpSpPr>
            <a:xfrm>
              <a:off x="299008" y="1375536"/>
              <a:ext cx="8438973" cy="3454427"/>
              <a:chOff x="299008" y="1375536"/>
              <a:chExt cx="8438973" cy="3454427"/>
            </a:xfrm>
          </p:grpSpPr>
          <p:grpSp>
            <p:nvGrpSpPr>
              <p:cNvPr id="3" name="object 3"/>
              <p:cNvGrpSpPr/>
              <p:nvPr/>
            </p:nvGrpSpPr>
            <p:grpSpPr>
              <a:xfrm>
                <a:off x="2428367" y="1427861"/>
                <a:ext cx="6309360" cy="444500"/>
                <a:chOff x="2428367" y="1427861"/>
                <a:chExt cx="6309360" cy="444500"/>
              </a:xfrm>
            </p:grpSpPr>
            <p:sp>
              <p:nvSpPr>
                <p:cNvPr id="4" name="object 4"/>
                <p:cNvSpPr/>
                <p:nvPr/>
              </p:nvSpPr>
              <p:spPr>
                <a:xfrm>
                  <a:off x="2441067" y="1440561"/>
                  <a:ext cx="6283960" cy="419100"/>
                </a:xfrm>
                <a:custGeom>
                  <a:avLst/>
                  <a:gdLst/>
                  <a:ahLst/>
                  <a:cxnLst/>
                  <a:rect l="l" t="t" r="r" b="b"/>
                  <a:pathLst>
                    <a:path w="6283959" h="419100">
                      <a:moveTo>
                        <a:pt x="6213983" y="0"/>
                      </a:moveTo>
                      <a:lnTo>
                        <a:pt x="0" y="0"/>
                      </a:lnTo>
                      <a:lnTo>
                        <a:pt x="0" y="418718"/>
                      </a:lnTo>
                      <a:lnTo>
                        <a:pt x="6213983" y="418718"/>
                      </a:lnTo>
                      <a:lnTo>
                        <a:pt x="6241184" y="413236"/>
                      </a:lnTo>
                      <a:lnTo>
                        <a:pt x="6263385" y="398287"/>
                      </a:lnTo>
                      <a:lnTo>
                        <a:pt x="6278348" y="376124"/>
                      </a:lnTo>
                      <a:lnTo>
                        <a:pt x="6283833" y="348996"/>
                      </a:lnTo>
                      <a:lnTo>
                        <a:pt x="6283833" y="69850"/>
                      </a:lnTo>
                      <a:lnTo>
                        <a:pt x="6278348" y="42648"/>
                      </a:lnTo>
                      <a:lnTo>
                        <a:pt x="6263385" y="20447"/>
                      </a:lnTo>
                      <a:lnTo>
                        <a:pt x="6241184" y="5484"/>
                      </a:lnTo>
                      <a:lnTo>
                        <a:pt x="6213983" y="0"/>
                      </a:lnTo>
                      <a:close/>
                    </a:path>
                  </a:pathLst>
                </a:custGeom>
                <a:solidFill>
                  <a:srgbClr val="FFEDD9">
                    <a:alpha val="90194"/>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p:cNvSpPr/>
                <p:nvPr/>
              </p:nvSpPr>
              <p:spPr>
                <a:xfrm>
                  <a:off x="2441067" y="1440561"/>
                  <a:ext cx="6283960" cy="419100"/>
                </a:xfrm>
                <a:custGeom>
                  <a:avLst/>
                  <a:gdLst/>
                  <a:ahLst/>
                  <a:cxnLst/>
                  <a:rect l="l" t="t" r="r" b="b"/>
                  <a:pathLst>
                    <a:path w="6283959" h="419100">
                      <a:moveTo>
                        <a:pt x="6283833" y="69850"/>
                      </a:moveTo>
                      <a:lnTo>
                        <a:pt x="6283833" y="348996"/>
                      </a:lnTo>
                      <a:lnTo>
                        <a:pt x="6278348" y="376124"/>
                      </a:lnTo>
                      <a:lnTo>
                        <a:pt x="6263385" y="398287"/>
                      </a:lnTo>
                      <a:lnTo>
                        <a:pt x="6241184" y="413236"/>
                      </a:lnTo>
                      <a:lnTo>
                        <a:pt x="6213983" y="418718"/>
                      </a:lnTo>
                      <a:lnTo>
                        <a:pt x="0" y="418718"/>
                      </a:lnTo>
                      <a:lnTo>
                        <a:pt x="0" y="0"/>
                      </a:lnTo>
                      <a:lnTo>
                        <a:pt x="6213983" y="0"/>
                      </a:lnTo>
                      <a:lnTo>
                        <a:pt x="6241184" y="5484"/>
                      </a:lnTo>
                      <a:lnTo>
                        <a:pt x="6263385" y="20447"/>
                      </a:lnTo>
                      <a:lnTo>
                        <a:pt x="6278348" y="42648"/>
                      </a:lnTo>
                      <a:lnTo>
                        <a:pt x="6283833" y="69850"/>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6" name="object 6"/>
              <p:cNvSpPr txBox="1"/>
              <p:nvPr/>
            </p:nvSpPr>
            <p:spPr>
              <a:xfrm>
                <a:off x="2844164" y="1452498"/>
                <a:ext cx="5572760" cy="371897"/>
              </a:xfrm>
              <a:prstGeom prst="rect">
                <a:avLst/>
              </a:prstGeom>
            </p:spPr>
            <p:txBody>
              <a:bodyPr vert="horz" wrap="square" lIns="0" tIns="38100" rIns="0" bIns="0" rtlCol="0">
                <a:spAutoFit/>
              </a:bodyPr>
              <a:lstStyle/>
              <a:p>
                <a:pPr marL="12700" marR="5080" lvl="0">
                  <a:lnSpc>
                    <a:spcPts val="1250"/>
                  </a:lnSpc>
                  <a:spcBef>
                    <a:spcPts val="300"/>
                  </a:spcBef>
                  <a:buClrTx/>
                  <a:tabLst>
                    <a:tab pos="205740" algn="l"/>
                  </a:tabLst>
                  <a:defRPr/>
                </a:pPr>
                <a:r>
                  <a:rPr lang="en-US" sz="1200" dirty="0"/>
                  <a:t>Ranked nearby options with map + list, rich cards (price, distance, rules, EV/accessible), entrance info, and quick filters for time, price cap, and amenities.</a:t>
                </a:r>
                <a:endParaRPr kumimoji="0" sz="1200" b="0" i="0" u="none" strike="noStrike" kern="0" cap="none" spc="0" normalizeH="0" baseline="0" noProof="0" dirty="0">
                  <a:ln>
                    <a:noFill/>
                  </a:ln>
                  <a:solidFill>
                    <a:sysClr val="windowText" lastClr="000000"/>
                  </a:solidFill>
                  <a:effectLst/>
                  <a:uLnTx/>
                  <a:uFillTx/>
                  <a:latin typeface="Arial MT"/>
                  <a:cs typeface="Arial MT"/>
                </a:endParaRPr>
              </a:p>
            </p:txBody>
          </p:sp>
          <p:grpSp>
            <p:nvGrpSpPr>
              <p:cNvPr id="7" name="object 7"/>
              <p:cNvGrpSpPr/>
              <p:nvPr/>
            </p:nvGrpSpPr>
            <p:grpSpPr>
              <a:xfrm>
                <a:off x="299008" y="1375536"/>
                <a:ext cx="2155190" cy="549275"/>
                <a:chOff x="299008" y="1375536"/>
                <a:chExt cx="2155190" cy="549275"/>
              </a:xfrm>
            </p:grpSpPr>
            <p:sp>
              <p:nvSpPr>
                <p:cNvPr id="8" name="object 8"/>
                <p:cNvSpPr/>
                <p:nvPr/>
              </p:nvSpPr>
              <p:spPr>
                <a:xfrm>
                  <a:off x="311708" y="1388236"/>
                  <a:ext cx="2129790" cy="523875"/>
                </a:xfrm>
                <a:custGeom>
                  <a:avLst/>
                  <a:gdLst/>
                  <a:ahLst/>
                  <a:cxnLst/>
                  <a:rect l="l" t="t" r="r" b="b"/>
                  <a:pathLst>
                    <a:path w="2129790" h="523875">
                      <a:moveTo>
                        <a:pt x="2042109" y="0"/>
                      </a:moveTo>
                      <a:lnTo>
                        <a:pt x="87236" y="0"/>
                      </a:lnTo>
                      <a:lnTo>
                        <a:pt x="53278" y="6863"/>
                      </a:lnTo>
                      <a:lnTo>
                        <a:pt x="25549" y="25574"/>
                      </a:lnTo>
                      <a:lnTo>
                        <a:pt x="6854" y="53310"/>
                      </a:lnTo>
                      <a:lnTo>
                        <a:pt x="0" y="87249"/>
                      </a:lnTo>
                      <a:lnTo>
                        <a:pt x="0" y="436117"/>
                      </a:lnTo>
                      <a:lnTo>
                        <a:pt x="6854" y="470110"/>
                      </a:lnTo>
                      <a:lnTo>
                        <a:pt x="25549" y="497839"/>
                      </a:lnTo>
                      <a:lnTo>
                        <a:pt x="53278" y="516520"/>
                      </a:lnTo>
                      <a:lnTo>
                        <a:pt x="87236" y="523367"/>
                      </a:lnTo>
                      <a:lnTo>
                        <a:pt x="2042109" y="523367"/>
                      </a:lnTo>
                      <a:lnTo>
                        <a:pt x="2076047" y="516520"/>
                      </a:lnTo>
                      <a:lnTo>
                        <a:pt x="2103783" y="497839"/>
                      </a:lnTo>
                      <a:lnTo>
                        <a:pt x="2122494" y="470110"/>
                      </a:lnTo>
                      <a:lnTo>
                        <a:pt x="2129358" y="436117"/>
                      </a:lnTo>
                      <a:lnTo>
                        <a:pt x="2129358" y="87249"/>
                      </a:lnTo>
                      <a:lnTo>
                        <a:pt x="2122494" y="53310"/>
                      </a:lnTo>
                      <a:lnTo>
                        <a:pt x="2103783" y="25574"/>
                      </a:lnTo>
                      <a:lnTo>
                        <a:pt x="2076047" y="6863"/>
                      </a:lnTo>
                      <a:lnTo>
                        <a:pt x="2042109" y="0"/>
                      </a:lnTo>
                      <a:close/>
                    </a:path>
                  </a:pathLst>
                </a:custGeom>
                <a:solidFill>
                  <a:srgbClr val="D30D4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 name="object 9"/>
                <p:cNvSpPr/>
                <p:nvPr/>
              </p:nvSpPr>
              <p:spPr>
                <a:xfrm>
                  <a:off x="311708" y="1388236"/>
                  <a:ext cx="2129790" cy="523875"/>
                </a:xfrm>
                <a:custGeom>
                  <a:avLst/>
                  <a:gdLst/>
                  <a:ahLst/>
                  <a:cxnLst/>
                  <a:rect l="l" t="t" r="r" b="b"/>
                  <a:pathLst>
                    <a:path w="2129790" h="523875">
                      <a:moveTo>
                        <a:pt x="0" y="87249"/>
                      </a:moveTo>
                      <a:lnTo>
                        <a:pt x="6854" y="53310"/>
                      </a:lnTo>
                      <a:lnTo>
                        <a:pt x="25549" y="25574"/>
                      </a:lnTo>
                      <a:lnTo>
                        <a:pt x="53278" y="6863"/>
                      </a:lnTo>
                      <a:lnTo>
                        <a:pt x="87236" y="0"/>
                      </a:lnTo>
                      <a:lnTo>
                        <a:pt x="2042109" y="0"/>
                      </a:lnTo>
                      <a:lnTo>
                        <a:pt x="2076047" y="6863"/>
                      </a:lnTo>
                      <a:lnTo>
                        <a:pt x="2103783" y="25574"/>
                      </a:lnTo>
                      <a:lnTo>
                        <a:pt x="2122494" y="53310"/>
                      </a:lnTo>
                      <a:lnTo>
                        <a:pt x="2129358" y="87249"/>
                      </a:lnTo>
                      <a:lnTo>
                        <a:pt x="2129358" y="436117"/>
                      </a:lnTo>
                      <a:lnTo>
                        <a:pt x="2122494" y="470110"/>
                      </a:lnTo>
                      <a:lnTo>
                        <a:pt x="2103783" y="497839"/>
                      </a:lnTo>
                      <a:lnTo>
                        <a:pt x="2076047" y="516520"/>
                      </a:lnTo>
                      <a:lnTo>
                        <a:pt x="2042109" y="523367"/>
                      </a:lnTo>
                      <a:lnTo>
                        <a:pt x="87236" y="523367"/>
                      </a:lnTo>
                      <a:lnTo>
                        <a:pt x="53278" y="516520"/>
                      </a:lnTo>
                      <a:lnTo>
                        <a:pt x="25549" y="497839"/>
                      </a:lnTo>
                      <a:lnTo>
                        <a:pt x="6854" y="470110"/>
                      </a:lnTo>
                      <a:lnTo>
                        <a:pt x="0" y="436117"/>
                      </a:lnTo>
                      <a:lnTo>
                        <a:pt x="0" y="87249"/>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0" name="object 10"/>
              <p:cNvSpPr txBox="1"/>
              <p:nvPr/>
            </p:nvSpPr>
            <p:spPr>
              <a:xfrm>
                <a:off x="554012" y="1412546"/>
                <a:ext cx="1644751" cy="475130"/>
              </a:xfrm>
              <a:prstGeom prst="rect">
                <a:avLst/>
              </a:prstGeom>
            </p:spPr>
            <p:txBody>
              <a:bodyPr vert="horz" wrap="square" lIns="0" tIns="53975" rIns="0" bIns="0" rtlCol="0">
                <a:spAutoFit/>
              </a:bodyPr>
              <a:lstStyle/>
              <a:p>
                <a:pPr marL="0" marR="0" lvl="0" indent="0" algn="ctr" defTabSz="914400" eaLnBrk="1" fontAlgn="auto" latinLnBrk="0" hangingPunct="1">
                  <a:lnSpc>
                    <a:spcPct val="100000"/>
                  </a:lnSpc>
                  <a:spcBef>
                    <a:spcPts val="425"/>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MT"/>
                    <a:cs typeface="Arial MT"/>
                  </a:rPr>
                  <a:t>“</a:t>
                </a:r>
                <a:r>
                  <a:rPr kumimoji="0" lang="en-US" sz="1200" b="1" i="0" u="none" strike="noStrike" kern="0" cap="none" spc="0" normalizeH="0" baseline="0" noProof="0" dirty="0">
                    <a:ln>
                      <a:noFill/>
                    </a:ln>
                    <a:solidFill>
                      <a:srgbClr val="FFFFFF"/>
                    </a:solidFill>
                    <a:effectLst/>
                    <a:uLnTx/>
                    <a:uFillTx/>
                    <a:latin typeface="Arial MT"/>
                    <a:cs typeface="Arial MT"/>
                  </a:rPr>
                  <a:t>Fast Search &amp; Offers</a:t>
                </a:r>
                <a:r>
                  <a:rPr kumimoji="0" lang="en-US" sz="1200" b="0" i="0" u="none" strike="noStrike" kern="0" cap="none" spc="0" normalizeH="0" baseline="0" noProof="0" dirty="0">
                    <a:ln>
                      <a:noFill/>
                    </a:ln>
                    <a:solidFill>
                      <a:srgbClr val="FFFFFF"/>
                    </a:solidFill>
                    <a:effectLst/>
                    <a:uLnTx/>
                    <a:uFillTx/>
                    <a:latin typeface="Arial MT"/>
                    <a:cs typeface="Arial MT"/>
                  </a:rPr>
                  <a:t>” </a:t>
                </a:r>
              </a:p>
              <a:p>
                <a:pPr marL="0" marR="0" lvl="0" indent="0" algn="ctr" defTabSz="914400" eaLnBrk="1" fontAlgn="auto" latinLnBrk="0" hangingPunct="1">
                  <a:lnSpc>
                    <a:spcPct val="100000"/>
                  </a:lnSpc>
                  <a:spcBef>
                    <a:spcPts val="425"/>
                  </a:spcBef>
                  <a:spcAft>
                    <a:spcPts val="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Arial MT"/>
                    <a:cs typeface="Arial MT"/>
                  </a:rPr>
                  <a:t>Real‑time discovery</a:t>
                </a:r>
              </a:p>
            </p:txBody>
          </p:sp>
          <p:grpSp>
            <p:nvGrpSpPr>
              <p:cNvPr id="11" name="object 11"/>
              <p:cNvGrpSpPr/>
              <p:nvPr/>
            </p:nvGrpSpPr>
            <p:grpSpPr>
              <a:xfrm>
                <a:off x="2428367" y="1976627"/>
                <a:ext cx="6309360" cy="440055"/>
                <a:chOff x="2428367" y="1976627"/>
                <a:chExt cx="6309360" cy="440055"/>
              </a:xfrm>
            </p:grpSpPr>
            <p:sp>
              <p:nvSpPr>
                <p:cNvPr id="12" name="object 12"/>
                <p:cNvSpPr/>
                <p:nvPr/>
              </p:nvSpPr>
              <p:spPr>
                <a:xfrm>
                  <a:off x="2441067" y="1989327"/>
                  <a:ext cx="6283960" cy="414655"/>
                </a:xfrm>
                <a:custGeom>
                  <a:avLst/>
                  <a:gdLst/>
                  <a:ahLst/>
                  <a:cxnLst/>
                  <a:rect l="l" t="t" r="r" b="b"/>
                  <a:pathLst>
                    <a:path w="6283959" h="414655">
                      <a:moveTo>
                        <a:pt x="6214744" y="0"/>
                      </a:moveTo>
                      <a:lnTo>
                        <a:pt x="0" y="0"/>
                      </a:lnTo>
                      <a:lnTo>
                        <a:pt x="0" y="414655"/>
                      </a:lnTo>
                      <a:lnTo>
                        <a:pt x="6214744" y="414655"/>
                      </a:lnTo>
                      <a:lnTo>
                        <a:pt x="6241613" y="409217"/>
                      </a:lnTo>
                      <a:lnTo>
                        <a:pt x="6263576" y="394398"/>
                      </a:lnTo>
                      <a:lnTo>
                        <a:pt x="6278395" y="372435"/>
                      </a:lnTo>
                      <a:lnTo>
                        <a:pt x="6283833" y="345567"/>
                      </a:lnTo>
                      <a:lnTo>
                        <a:pt x="6283833" y="69215"/>
                      </a:lnTo>
                      <a:lnTo>
                        <a:pt x="6278395" y="42273"/>
                      </a:lnTo>
                      <a:lnTo>
                        <a:pt x="6263576" y="20272"/>
                      </a:lnTo>
                      <a:lnTo>
                        <a:pt x="6241613" y="5439"/>
                      </a:lnTo>
                      <a:lnTo>
                        <a:pt x="6214744" y="0"/>
                      </a:lnTo>
                      <a:close/>
                    </a:path>
                  </a:pathLst>
                </a:custGeom>
                <a:solidFill>
                  <a:srgbClr val="FFEDD9">
                    <a:alpha val="90194"/>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13"/>
                <p:cNvSpPr/>
                <p:nvPr/>
              </p:nvSpPr>
              <p:spPr>
                <a:xfrm>
                  <a:off x="2441067" y="1989327"/>
                  <a:ext cx="6283960" cy="414655"/>
                </a:xfrm>
                <a:custGeom>
                  <a:avLst/>
                  <a:gdLst/>
                  <a:ahLst/>
                  <a:cxnLst/>
                  <a:rect l="l" t="t" r="r" b="b"/>
                  <a:pathLst>
                    <a:path w="6283959" h="414655">
                      <a:moveTo>
                        <a:pt x="6283833" y="69215"/>
                      </a:moveTo>
                      <a:lnTo>
                        <a:pt x="6283833" y="345567"/>
                      </a:lnTo>
                      <a:lnTo>
                        <a:pt x="6278395" y="372435"/>
                      </a:lnTo>
                      <a:lnTo>
                        <a:pt x="6263576" y="394398"/>
                      </a:lnTo>
                      <a:lnTo>
                        <a:pt x="6241613" y="409217"/>
                      </a:lnTo>
                      <a:lnTo>
                        <a:pt x="6214744" y="414655"/>
                      </a:lnTo>
                      <a:lnTo>
                        <a:pt x="0" y="414655"/>
                      </a:lnTo>
                      <a:lnTo>
                        <a:pt x="0" y="0"/>
                      </a:lnTo>
                      <a:lnTo>
                        <a:pt x="6214744" y="0"/>
                      </a:lnTo>
                      <a:lnTo>
                        <a:pt x="6241613" y="5439"/>
                      </a:lnTo>
                      <a:lnTo>
                        <a:pt x="6263576" y="20272"/>
                      </a:lnTo>
                      <a:lnTo>
                        <a:pt x="6278395" y="42273"/>
                      </a:lnTo>
                      <a:lnTo>
                        <a:pt x="6283833" y="69215"/>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4" name="object 14"/>
              <p:cNvSpPr txBox="1"/>
              <p:nvPr/>
            </p:nvSpPr>
            <p:spPr>
              <a:xfrm>
                <a:off x="2822829" y="2012495"/>
                <a:ext cx="5749671" cy="346249"/>
              </a:xfrm>
              <a:prstGeom prst="rect">
                <a:avLst/>
              </a:prstGeom>
            </p:spPr>
            <p:txBody>
              <a:bodyPr vert="horz" wrap="square" lIns="0" tIns="12700" rIns="0" bIns="0" rtlCol="0">
                <a:spAutoFit/>
              </a:bodyPr>
              <a:lstStyle/>
              <a:p>
                <a:pPr marL="12700" marR="0" lvl="0" indent="0" defTabSz="914400" eaLnBrk="1" fontAlgn="auto" latinLnBrk="0" hangingPunct="1">
                  <a:lnSpc>
                    <a:spcPts val="1345"/>
                  </a:lnSpc>
                  <a:spcBef>
                    <a:spcPts val="1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Arial MT"/>
                    <a:cs typeface="Arial MT"/>
                  </a:rPr>
                  <a:t>Choose Guaranteed or Smart Hold, see clear price breakdown and policy, confirm with saved payment; pre‑auth status shown inline with friendly error recovery.</a:t>
                </a:r>
                <a:endParaRPr kumimoji="0" sz="1200" b="0" i="0" u="none" strike="noStrike" kern="0" cap="none" spc="0" normalizeH="0" baseline="0" noProof="0" dirty="0">
                  <a:ln>
                    <a:noFill/>
                  </a:ln>
                  <a:solidFill>
                    <a:sysClr val="windowText" lastClr="000000"/>
                  </a:solidFill>
                  <a:effectLst/>
                  <a:uLnTx/>
                  <a:uFillTx/>
                  <a:latin typeface="Arial MT"/>
                  <a:cs typeface="Arial MT"/>
                </a:endParaRPr>
              </a:p>
            </p:txBody>
          </p:sp>
          <p:grpSp>
            <p:nvGrpSpPr>
              <p:cNvPr id="15" name="object 15"/>
              <p:cNvGrpSpPr/>
              <p:nvPr/>
            </p:nvGrpSpPr>
            <p:grpSpPr>
              <a:xfrm>
                <a:off x="299008" y="1924811"/>
                <a:ext cx="2155190" cy="544195"/>
                <a:chOff x="299008" y="1924811"/>
                <a:chExt cx="2155190" cy="544195"/>
              </a:xfrm>
            </p:grpSpPr>
            <p:sp>
              <p:nvSpPr>
                <p:cNvPr id="16" name="object 16"/>
                <p:cNvSpPr/>
                <p:nvPr/>
              </p:nvSpPr>
              <p:spPr>
                <a:xfrm>
                  <a:off x="311708" y="1937511"/>
                  <a:ext cx="2129790" cy="518795"/>
                </a:xfrm>
                <a:custGeom>
                  <a:avLst/>
                  <a:gdLst/>
                  <a:ahLst/>
                  <a:cxnLst/>
                  <a:rect l="l" t="t" r="r" b="b"/>
                  <a:pathLst>
                    <a:path w="2129790" h="518794">
                      <a:moveTo>
                        <a:pt x="2042998" y="0"/>
                      </a:moveTo>
                      <a:lnTo>
                        <a:pt x="86372" y="0"/>
                      </a:lnTo>
                      <a:lnTo>
                        <a:pt x="52747" y="6798"/>
                      </a:lnTo>
                      <a:lnTo>
                        <a:pt x="25293" y="25336"/>
                      </a:lnTo>
                      <a:lnTo>
                        <a:pt x="6785" y="52828"/>
                      </a:lnTo>
                      <a:lnTo>
                        <a:pt x="0" y="86487"/>
                      </a:lnTo>
                      <a:lnTo>
                        <a:pt x="0" y="431926"/>
                      </a:lnTo>
                      <a:lnTo>
                        <a:pt x="6785" y="465512"/>
                      </a:lnTo>
                      <a:lnTo>
                        <a:pt x="25293" y="492966"/>
                      </a:lnTo>
                      <a:lnTo>
                        <a:pt x="52747" y="511490"/>
                      </a:lnTo>
                      <a:lnTo>
                        <a:pt x="86372" y="518287"/>
                      </a:lnTo>
                      <a:lnTo>
                        <a:pt x="2042998" y="518287"/>
                      </a:lnTo>
                      <a:lnTo>
                        <a:pt x="2076583" y="511490"/>
                      </a:lnTo>
                      <a:lnTo>
                        <a:pt x="2104037" y="492966"/>
                      </a:lnTo>
                      <a:lnTo>
                        <a:pt x="2122561" y="465512"/>
                      </a:lnTo>
                      <a:lnTo>
                        <a:pt x="2129358" y="431926"/>
                      </a:lnTo>
                      <a:lnTo>
                        <a:pt x="2129358" y="86487"/>
                      </a:lnTo>
                      <a:lnTo>
                        <a:pt x="2122561" y="52828"/>
                      </a:lnTo>
                      <a:lnTo>
                        <a:pt x="2104037" y="25336"/>
                      </a:lnTo>
                      <a:lnTo>
                        <a:pt x="2076583" y="6798"/>
                      </a:lnTo>
                      <a:lnTo>
                        <a:pt x="2042998" y="0"/>
                      </a:lnTo>
                      <a:close/>
                    </a:path>
                  </a:pathLst>
                </a:custGeom>
                <a:solidFill>
                  <a:srgbClr val="B80A4D"/>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17"/>
                <p:cNvSpPr/>
                <p:nvPr/>
              </p:nvSpPr>
              <p:spPr>
                <a:xfrm>
                  <a:off x="311708" y="1937511"/>
                  <a:ext cx="2129790" cy="518795"/>
                </a:xfrm>
                <a:custGeom>
                  <a:avLst/>
                  <a:gdLst/>
                  <a:ahLst/>
                  <a:cxnLst/>
                  <a:rect l="l" t="t" r="r" b="b"/>
                  <a:pathLst>
                    <a:path w="2129790" h="518794">
                      <a:moveTo>
                        <a:pt x="0" y="86487"/>
                      </a:moveTo>
                      <a:lnTo>
                        <a:pt x="6785" y="52828"/>
                      </a:lnTo>
                      <a:lnTo>
                        <a:pt x="25293" y="25336"/>
                      </a:lnTo>
                      <a:lnTo>
                        <a:pt x="52747" y="6798"/>
                      </a:lnTo>
                      <a:lnTo>
                        <a:pt x="86372" y="0"/>
                      </a:lnTo>
                      <a:lnTo>
                        <a:pt x="2042998" y="0"/>
                      </a:lnTo>
                      <a:lnTo>
                        <a:pt x="2076583" y="6798"/>
                      </a:lnTo>
                      <a:lnTo>
                        <a:pt x="2104037" y="25336"/>
                      </a:lnTo>
                      <a:lnTo>
                        <a:pt x="2122561" y="52828"/>
                      </a:lnTo>
                      <a:lnTo>
                        <a:pt x="2129358" y="86487"/>
                      </a:lnTo>
                      <a:lnTo>
                        <a:pt x="2129358" y="431926"/>
                      </a:lnTo>
                      <a:lnTo>
                        <a:pt x="2122561" y="465512"/>
                      </a:lnTo>
                      <a:lnTo>
                        <a:pt x="2104037" y="492966"/>
                      </a:lnTo>
                      <a:lnTo>
                        <a:pt x="2076583" y="511490"/>
                      </a:lnTo>
                      <a:lnTo>
                        <a:pt x="2042998" y="518287"/>
                      </a:lnTo>
                      <a:lnTo>
                        <a:pt x="86372" y="518287"/>
                      </a:lnTo>
                      <a:lnTo>
                        <a:pt x="52747" y="511490"/>
                      </a:lnTo>
                      <a:lnTo>
                        <a:pt x="25293" y="492966"/>
                      </a:lnTo>
                      <a:lnTo>
                        <a:pt x="6785" y="465512"/>
                      </a:lnTo>
                      <a:lnTo>
                        <a:pt x="0" y="431926"/>
                      </a:lnTo>
                      <a:lnTo>
                        <a:pt x="0" y="86487"/>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8" name="object 18"/>
              <p:cNvSpPr txBox="1"/>
              <p:nvPr/>
            </p:nvSpPr>
            <p:spPr>
              <a:xfrm>
                <a:off x="323557" y="1948453"/>
                <a:ext cx="2085263" cy="444352"/>
              </a:xfrm>
              <a:prstGeom prst="rect">
                <a:avLst/>
              </a:prstGeom>
            </p:spPr>
            <p:txBody>
              <a:bodyPr vert="horz" wrap="square" lIns="0" tIns="53975" rIns="0" bIns="0" rtlCol="0">
                <a:spAutoFit/>
              </a:bodyPr>
              <a:lstStyle/>
              <a:p>
                <a:pPr marL="635" marR="0" lvl="0" indent="0" algn="ctr" defTabSz="914400" eaLnBrk="1" fontAlgn="auto" latinLnBrk="0" hangingPunct="1">
                  <a:lnSpc>
                    <a:spcPct val="100000"/>
                  </a:lnSpc>
                  <a:spcBef>
                    <a:spcPts val="425"/>
                  </a:spcBef>
                  <a:spcAft>
                    <a:spcPts val="0"/>
                  </a:spcAft>
                  <a:buClrTx/>
                  <a:buSzTx/>
                  <a:buFontTx/>
                  <a:buNone/>
                  <a:tabLst/>
                  <a:defRPr/>
                </a:pPr>
                <a:r>
                  <a:rPr kumimoji="0" lang="en-US" sz="1050" b="1" i="0" u="none" strike="noStrike" kern="0" cap="none" spc="0" normalizeH="0" baseline="0" noProof="0" dirty="0">
                    <a:ln>
                      <a:noFill/>
                    </a:ln>
                    <a:solidFill>
                      <a:srgbClr val="FFFFFF"/>
                    </a:solidFill>
                    <a:effectLst/>
                    <a:uLnTx/>
                    <a:uFillTx/>
                    <a:latin typeface="Arial"/>
                    <a:cs typeface="Arial"/>
                  </a:rPr>
                  <a:t>“One‑Tap Booking &amp; Payments”</a:t>
                </a:r>
              </a:p>
              <a:p>
                <a:pPr marL="635" marR="0" lvl="0" indent="0" algn="ctr" defTabSz="914400" eaLnBrk="1" fontAlgn="auto" latinLnBrk="0" hangingPunct="1">
                  <a:lnSpc>
                    <a:spcPct val="100000"/>
                  </a:lnSpc>
                  <a:spcBef>
                    <a:spcPts val="425"/>
                  </a:spcBef>
                  <a:spcAft>
                    <a:spcPts val="0"/>
                  </a:spcAft>
                  <a:buClrTx/>
                  <a:buSzTx/>
                  <a:buFontTx/>
                  <a:buNone/>
                  <a:tabLst/>
                  <a:defRPr/>
                </a:pPr>
                <a:r>
                  <a:rPr kumimoji="0" lang="en-US" sz="1050" i="0" u="none" strike="noStrike" kern="0" cap="none" spc="0" normalizeH="0" baseline="0" noProof="0" dirty="0">
                    <a:ln>
                      <a:noFill/>
                    </a:ln>
                    <a:solidFill>
                      <a:srgbClr val="FFFFFF"/>
                    </a:solidFill>
                    <a:effectLst/>
                    <a:uLnTx/>
                    <a:uFillTx/>
                    <a:latin typeface="Arial"/>
                    <a:cs typeface="Arial"/>
                  </a:rPr>
                  <a:t>Hold → confirm</a:t>
                </a:r>
                <a:endParaRPr kumimoji="0" sz="1000" i="0" u="none" strike="noStrike" kern="0" cap="none" spc="0" normalizeH="0" baseline="0" noProof="0" dirty="0">
                  <a:ln>
                    <a:noFill/>
                  </a:ln>
                  <a:solidFill>
                    <a:sysClr val="windowText" lastClr="000000"/>
                  </a:solidFill>
                  <a:effectLst/>
                  <a:uLnTx/>
                  <a:uFillTx/>
                  <a:latin typeface="Arial MT"/>
                  <a:cs typeface="Arial MT"/>
                </a:endParaRPr>
              </a:p>
            </p:txBody>
          </p:sp>
          <p:grpSp>
            <p:nvGrpSpPr>
              <p:cNvPr id="19" name="object 19"/>
              <p:cNvGrpSpPr/>
              <p:nvPr/>
            </p:nvGrpSpPr>
            <p:grpSpPr>
              <a:xfrm>
                <a:off x="2410841" y="2471167"/>
                <a:ext cx="6327140" cy="653896"/>
                <a:chOff x="2410841" y="2471166"/>
                <a:chExt cx="6327140" cy="673735"/>
              </a:xfrm>
            </p:grpSpPr>
            <p:sp>
              <p:nvSpPr>
                <p:cNvPr id="20" name="object 20"/>
                <p:cNvSpPr/>
                <p:nvPr/>
              </p:nvSpPr>
              <p:spPr>
                <a:xfrm>
                  <a:off x="2423541" y="2483866"/>
                  <a:ext cx="6301740" cy="648335"/>
                </a:xfrm>
                <a:custGeom>
                  <a:avLst/>
                  <a:gdLst/>
                  <a:ahLst/>
                  <a:cxnLst/>
                  <a:rect l="l" t="t" r="r" b="b"/>
                  <a:pathLst>
                    <a:path w="6301740" h="648335">
                      <a:moveTo>
                        <a:pt x="6193408" y="0"/>
                      </a:moveTo>
                      <a:lnTo>
                        <a:pt x="0" y="0"/>
                      </a:lnTo>
                      <a:lnTo>
                        <a:pt x="0" y="647953"/>
                      </a:lnTo>
                      <a:lnTo>
                        <a:pt x="6193408" y="647953"/>
                      </a:lnTo>
                      <a:lnTo>
                        <a:pt x="6235404" y="639460"/>
                      </a:lnTo>
                      <a:lnTo>
                        <a:pt x="6269720" y="616299"/>
                      </a:lnTo>
                      <a:lnTo>
                        <a:pt x="6292867" y="581945"/>
                      </a:lnTo>
                      <a:lnTo>
                        <a:pt x="6301358" y="539876"/>
                      </a:lnTo>
                      <a:lnTo>
                        <a:pt x="6301358" y="107950"/>
                      </a:lnTo>
                      <a:lnTo>
                        <a:pt x="6292867" y="65901"/>
                      </a:lnTo>
                      <a:lnTo>
                        <a:pt x="6269720" y="31591"/>
                      </a:lnTo>
                      <a:lnTo>
                        <a:pt x="6235404" y="8473"/>
                      </a:lnTo>
                      <a:lnTo>
                        <a:pt x="6193408" y="0"/>
                      </a:lnTo>
                      <a:close/>
                    </a:path>
                  </a:pathLst>
                </a:custGeom>
                <a:solidFill>
                  <a:srgbClr val="FFEDD9">
                    <a:alpha val="90194"/>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21" name="object 21"/>
                <p:cNvSpPr/>
                <p:nvPr/>
              </p:nvSpPr>
              <p:spPr>
                <a:xfrm>
                  <a:off x="2423541" y="2483866"/>
                  <a:ext cx="6301740" cy="648335"/>
                </a:xfrm>
                <a:custGeom>
                  <a:avLst/>
                  <a:gdLst/>
                  <a:ahLst/>
                  <a:cxnLst/>
                  <a:rect l="l" t="t" r="r" b="b"/>
                  <a:pathLst>
                    <a:path w="6301740" h="648335">
                      <a:moveTo>
                        <a:pt x="6301358" y="107950"/>
                      </a:moveTo>
                      <a:lnTo>
                        <a:pt x="6301358" y="539876"/>
                      </a:lnTo>
                      <a:lnTo>
                        <a:pt x="6292867" y="581945"/>
                      </a:lnTo>
                      <a:lnTo>
                        <a:pt x="6269720" y="616299"/>
                      </a:lnTo>
                      <a:lnTo>
                        <a:pt x="6235404" y="639460"/>
                      </a:lnTo>
                      <a:lnTo>
                        <a:pt x="6193408" y="647953"/>
                      </a:lnTo>
                      <a:lnTo>
                        <a:pt x="0" y="647953"/>
                      </a:lnTo>
                      <a:lnTo>
                        <a:pt x="0" y="0"/>
                      </a:lnTo>
                      <a:lnTo>
                        <a:pt x="6193408" y="0"/>
                      </a:lnTo>
                      <a:lnTo>
                        <a:pt x="6235404" y="8473"/>
                      </a:lnTo>
                      <a:lnTo>
                        <a:pt x="6269720" y="31591"/>
                      </a:lnTo>
                      <a:lnTo>
                        <a:pt x="6292867" y="65901"/>
                      </a:lnTo>
                      <a:lnTo>
                        <a:pt x="6301358" y="107950"/>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2" name="object 22"/>
              <p:cNvSpPr txBox="1"/>
              <p:nvPr/>
            </p:nvSpPr>
            <p:spPr>
              <a:xfrm>
                <a:off x="2820733" y="2617249"/>
                <a:ext cx="5507355" cy="371897"/>
              </a:xfrm>
              <a:prstGeom prst="rect">
                <a:avLst/>
              </a:prstGeom>
            </p:spPr>
            <p:txBody>
              <a:bodyPr vert="horz" wrap="square" lIns="0" tIns="38100" rIns="0" bIns="0" rtlCol="0">
                <a:spAutoFit/>
              </a:bodyPr>
              <a:lstStyle/>
              <a:p>
                <a:pPr marL="169545" marR="5080" indent="-157480">
                  <a:lnSpc>
                    <a:spcPts val="1250"/>
                  </a:lnSpc>
                  <a:spcBef>
                    <a:spcPts val="300"/>
                  </a:spcBef>
                  <a:buClrTx/>
                  <a:defRPr/>
                </a:pPr>
                <a:r>
                  <a:rPr lang="en-US" sz="1200" spc="-10" dirty="0">
                    <a:solidFill>
                      <a:sysClr val="windowText" lastClr="000000"/>
                    </a:solidFill>
                  </a:rPr>
                  <a:t>Onboard locations/stalls, set pricing/blackouts, monitor live sessions and bookings, and view utilization/revenue basics; changes reflect quickly in customer search.</a:t>
                </a:r>
              </a:p>
            </p:txBody>
          </p:sp>
          <p:grpSp>
            <p:nvGrpSpPr>
              <p:cNvPr id="23" name="object 23"/>
              <p:cNvGrpSpPr/>
              <p:nvPr/>
            </p:nvGrpSpPr>
            <p:grpSpPr>
              <a:xfrm>
                <a:off x="299008" y="2533904"/>
                <a:ext cx="2136775" cy="543560"/>
                <a:chOff x="299008" y="2533904"/>
                <a:chExt cx="2136775" cy="543560"/>
              </a:xfrm>
            </p:grpSpPr>
            <p:sp>
              <p:nvSpPr>
                <p:cNvPr id="24" name="object 24"/>
                <p:cNvSpPr/>
                <p:nvPr/>
              </p:nvSpPr>
              <p:spPr>
                <a:xfrm>
                  <a:off x="311708" y="2546604"/>
                  <a:ext cx="2111375" cy="518159"/>
                </a:xfrm>
                <a:custGeom>
                  <a:avLst/>
                  <a:gdLst/>
                  <a:ahLst/>
                  <a:cxnLst/>
                  <a:rect l="l" t="t" r="r" b="b"/>
                  <a:pathLst>
                    <a:path w="2111375" h="518160">
                      <a:moveTo>
                        <a:pt x="2024583" y="0"/>
                      </a:moveTo>
                      <a:lnTo>
                        <a:pt x="86372" y="0"/>
                      </a:lnTo>
                      <a:lnTo>
                        <a:pt x="52747" y="6778"/>
                      </a:lnTo>
                      <a:lnTo>
                        <a:pt x="25293" y="25272"/>
                      </a:lnTo>
                      <a:lnTo>
                        <a:pt x="6785" y="52720"/>
                      </a:lnTo>
                      <a:lnTo>
                        <a:pt x="0" y="86359"/>
                      </a:lnTo>
                      <a:lnTo>
                        <a:pt x="0" y="431800"/>
                      </a:lnTo>
                      <a:lnTo>
                        <a:pt x="6785" y="465439"/>
                      </a:lnTo>
                      <a:lnTo>
                        <a:pt x="25293" y="492887"/>
                      </a:lnTo>
                      <a:lnTo>
                        <a:pt x="52747" y="511381"/>
                      </a:lnTo>
                      <a:lnTo>
                        <a:pt x="86372" y="518159"/>
                      </a:lnTo>
                      <a:lnTo>
                        <a:pt x="2024583" y="518159"/>
                      </a:lnTo>
                      <a:lnTo>
                        <a:pt x="2058222" y="511381"/>
                      </a:lnTo>
                      <a:lnTo>
                        <a:pt x="2085670" y="492887"/>
                      </a:lnTo>
                      <a:lnTo>
                        <a:pt x="2104164" y="465439"/>
                      </a:lnTo>
                      <a:lnTo>
                        <a:pt x="2110943" y="431800"/>
                      </a:lnTo>
                      <a:lnTo>
                        <a:pt x="2110943" y="86359"/>
                      </a:lnTo>
                      <a:lnTo>
                        <a:pt x="2104164" y="52720"/>
                      </a:lnTo>
                      <a:lnTo>
                        <a:pt x="2085670" y="25272"/>
                      </a:lnTo>
                      <a:lnTo>
                        <a:pt x="2058222" y="6778"/>
                      </a:lnTo>
                      <a:lnTo>
                        <a:pt x="2024583" y="0"/>
                      </a:lnTo>
                      <a:close/>
                    </a:path>
                  </a:pathLst>
                </a:custGeom>
                <a:solidFill>
                  <a:srgbClr val="AF095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25"/>
                <p:cNvSpPr/>
                <p:nvPr/>
              </p:nvSpPr>
              <p:spPr>
                <a:xfrm>
                  <a:off x="311708" y="2546604"/>
                  <a:ext cx="2111375" cy="518159"/>
                </a:xfrm>
                <a:custGeom>
                  <a:avLst/>
                  <a:gdLst/>
                  <a:ahLst/>
                  <a:cxnLst/>
                  <a:rect l="l" t="t" r="r" b="b"/>
                  <a:pathLst>
                    <a:path w="2111375" h="518160">
                      <a:moveTo>
                        <a:pt x="0" y="86359"/>
                      </a:moveTo>
                      <a:lnTo>
                        <a:pt x="6785" y="52720"/>
                      </a:lnTo>
                      <a:lnTo>
                        <a:pt x="25293" y="25272"/>
                      </a:lnTo>
                      <a:lnTo>
                        <a:pt x="52747" y="6778"/>
                      </a:lnTo>
                      <a:lnTo>
                        <a:pt x="86372" y="0"/>
                      </a:lnTo>
                      <a:lnTo>
                        <a:pt x="2024583" y="0"/>
                      </a:lnTo>
                      <a:lnTo>
                        <a:pt x="2058222" y="6778"/>
                      </a:lnTo>
                      <a:lnTo>
                        <a:pt x="2085670" y="25272"/>
                      </a:lnTo>
                      <a:lnTo>
                        <a:pt x="2104164" y="52720"/>
                      </a:lnTo>
                      <a:lnTo>
                        <a:pt x="2110943" y="86359"/>
                      </a:lnTo>
                      <a:lnTo>
                        <a:pt x="2110943" y="431800"/>
                      </a:lnTo>
                      <a:lnTo>
                        <a:pt x="2104164" y="465439"/>
                      </a:lnTo>
                      <a:lnTo>
                        <a:pt x="2085670" y="492887"/>
                      </a:lnTo>
                      <a:lnTo>
                        <a:pt x="2058222" y="511381"/>
                      </a:lnTo>
                      <a:lnTo>
                        <a:pt x="2024583" y="518159"/>
                      </a:lnTo>
                      <a:lnTo>
                        <a:pt x="86372" y="518159"/>
                      </a:lnTo>
                      <a:lnTo>
                        <a:pt x="52747" y="511381"/>
                      </a:lnTo>
                      <a:lnTo>
                        <a:pt x="25293" y="492887"/>
                      </a:lnTo>
                      <a:lnTo>
                        <a:pt x="6785" y="465439"/>
                      </a:lnTo>
                      <a:lnTo>
                        <a:pt x="0" y="431800"/>
                      </a:lnTo>
                      <a:lnTo>
                        <a:pt x="0" y="86359"/>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27" name="object 27"/>
              <p:cNvGrpSpPr/>
              <p:nvPr/>
            </p:nvGrpSpPr>
            <p:grpSpPr>
              <a:xfrm>
                <a:off x="2428367" y="3189985"/>
                <a:ext cx="6309360" cy="449580"/>
                <a:chOff x="2428367" y="3189985"/>
                <a:chExt cx="6309360" cy="449580"/>
              </a:xfrm>
            </p:grpSpPr>
            <p:sp>
              <p:nvSpPr>
                <p:cNvPr id="28" name="object 28"/>
                <p:cNvSpPr/>
                <p:nvPr/>
              </p:nvSpPr>
              <p:spPr>
                <a:xfrm>
                  <a:off x="2441067" y="3202685"/>
                  <a:ext cx="6283960" cy="424180"/>
                </a:xfrm>
                <a:custGeom>
                  <a:avLst/>
                  <a:gdLst/>
                  <a:ahLst/>
                  <a:cxnLst/>
                  <a:rect l="l" t="t" r="r" b="b"/>
                  <a:pathLst>
                    <a:path w="6283959" h="424179">
                      <a:moveTo>
                        <a:pt x="6213093" y="0"/>
                      </a:moveTo>
                      <a:lnTo>
                        <a:pt x="0" y="0"/>
                      </a:lnTo>
                      <a:lnTo>
                        <a:pt x="0" y="424052"/>
                      </a:lnTo>
                      <a:lnTo>
                        <a:pt x="6213093" y="424052"/>
                      </a:lnTo>
                      <a:lnTo>
                        <a:pt x="6240649" y="418500"/>
                      </a:lnTo>
                      <a:lnTo>
                        <a:pt x="6263131" y="403351"/>
                      </a:lnTo>
                      <a:lnTo>
                        <a:pt x="6278280" y="380869"/>
                      </a:lnTo>
                      <a:lnTo>
                        <a:pt x="6283833" y="353313"/>
                      </a:lnTo>
                      <a:lnTo>
                        <a:pt x="6283833" y="70612"/>
                      </a:lnTo>
                      <a:lnTo>
                        <a:pt x="6278280" y="43130"/>
                      </a:lnTo>
                      <a:lnTo>
                        <a:pt x="6263132" y="20685"/>
                      </a:lnTo>
                      <a:lnTo>
                        <a:pt x="6240649" y="5550"/>
                      </a:lnTo>
                      <a:lnTo>
                        <a:pt x="6213093" y="0"/>
                      </a:lnTo>
                      <a:close/>
                    </a:path>
                  </a:pathLst>
                </a:custGeom>
                <a:solidFill>
                  <a:srgbClr val="FFEDD9">
                    <a:alpha val="90194"/>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29"/>
                <p:cNvSpPr/>
                <p:nvPr/>
              </p:nvSpPr>
              <p:spPr>
                <a:xfrm>
                  <a:off x="2441067" y="3202685"/>
                  <a:ext cx="6283960" cy="424180"/>
                </a:xfrm>
                <a:custGeom>
                  <a:avLst/>
                  <a:gdLst/>
                  <a:ahLst/>
                  <a:cxnLst/>
                  <a:rect l="l" t="t" r="r" b="b"/>
                  <a:pathLst>
                    <a:path w="6283959" h="424179">
                      <a:moveTo>
                        <a:pt x="6283833" y="70612"/>
                      </a:moveTo>
                      <a:lnTo>
                        <a:pt x="6283833" y="353313"/>
                      </a:lnTo>
                      <a:lnTo>
                        <a:pt x="6278280" y="380869"/>
                      </a:lnTo>
                      <a:lnTo>
                        <a:pt x="6263131" y="403351"/>
                      </a:lnTo>
                      <a:lnTo>
                        <a:pt x="6240649" y="418500"/>
                      </a:lnTo>
                      <a:lnTo>
                        <a:pt x="6213093" y="424052"/>
                      </a:lnTo>
                      <a:lnTo>
                        <a:pt x="0" y="424052"/>
                      </a:lnTo>
                      <a:lnTo>
                        <a:pt x="0" y="0"/>
                      </a:lnTo>
                      <a:lnTo>
                        <a:pt x="6213093" y="0"/>
                      </a:lnTo>
                      <a:lnTo>
                        <a:pt x="6240649" y="5550"/>
                      </a:lnTo>
                      <a:lnTo>
                        <a:pt x="6263132" y="20685"/>
                      </a:lnTo>
                      <a:lnTo>
                        <a:pt x="6278280" y="43130"/>
                      </a:lnTo>
                      <a:lnTo>
                        <a:pt x="6283833" y="70612"/>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0" name="object 30"/>
              <p:cNvSpPr txBox="1"/>
              <p:nvPr/>
            </p:nvSpPr>
            <p:spPr>
              <a:xfrm>
                <a:off x="2844164" y="3217895"/>
                <a:ext cx="5570044" cy="371897"/>
              </a:xfrm>
              <a:prstGeom prst="rect">
                <a:avLst/>
              </a:prstGeom>
            </p:spPr>
            <p:txBody>
              <a:bodyPr vert="horz" wrap="square" lIns="0" tIns="38100" rIns="0" bIns="0" rtlCol="0">
                <a:spAutoFit/>
              </a:bodyPr>
              <a:lstStyle/>
              <a:p>
                <a:pPr marL="326390" marR="5080" lvl="0" indent="-314325" defTabSz="914400" eaLnBrk="1" fontAlgn="auto" latinLnBrk="0" hangingPunct="1">
                  <a:lnSpc>
                    <a:spcPts val="1250"/>
                  </a:lnSpc>
                  <a:spcBef>
                    <a:spcPts val="30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latin typeface="Arial MT"/>
                    <a:cs typeface="Arial MT"/>
                  </a:rPr>
                  <a:t>Live timer, extend stay, cost estimator, gentle overstay/grace alerts; end session to auto capture/refund and receive an itemized receipt instantly.</a:t>
                </a:r>
                <a:endParaRPr kumimoji="0" sz="1200" b="0" i="0" u="none" strike="noStrike" kern="0" cap="none" spc="0" normalizeH="0" baseline="0" noProof="0" dirty="0">
                  <a:ln>
                    <a:noFill/>
                  </a:ln>
                  <a:solidFill>
                    <a:sysClr val="windowText" lastClr="000000"/>
                  </a:solidFill>
                  <a:effectLst/>
                  <a:uLnTx/>
                  <a:uFillTx/>
                  <a:latin typeface="Arial MT"/>
                  <a:cs typeface="Arial MT"/>
                </a:endParaRPr>
              </a:p>
            </p:txBody>
          </p:sp>
          <p:grpSp>
            <p:nvGrpSpPr>
              <p:cNvPr id="31" name="object 31"/>
              <p:cNvGrpSpPr/>
              <p:nvPr/>
            </p:nvGrpSpPr>
            <p:grpSpPr>
              <a:xfrm>
                <a:off x="299008" y="3142869"/>
                <a:ext cx="2155190" cy="544195"/>
                <a:chOff x="299008" y="3142869"/>
                <a:chExt cx="2155190" cy="544195"/>
              </a:xfrm>
            </p:grpSpPr>
            <p:sp>
              <p:nvSpPr>
                <p:cNvPr id="32" name="object 32"/>
                <p:cNvSpPr/>
                <p:nvPr/>
              </p:nvSpPr>
              <p:spPr>
                <a:xfrm>
                  <a:off x="311708" y="3155569"/>
                  <a:ext cx="2129790" cy="518795"/>
                </a:xfrm>
                <a:custGeom>
                  <a:avLst/>
                  <a:gdLst/>
                  <a:ahLst/>
                  <a:cxnLst/>
                  <a:rect l="l" t="t" r="r" b="b"/>
                  <a:pathLst>
                    <a:path w="2129790" h="518795">
                      <a:moveTo>
                        <a:pt x="2042998" y="0"/>
                      </a:moveTo>
                      <a:lnTo>
                        <a:pt x="86372" y="0"/>
                      </a:lnTo>
                      <a:lnTo>
                        <a:pt x="52747" y="6796"/>
                      </a:lnTo>
                      <a:lnTo>
                        <a:pt x="25293" y="25320"/>
                      </a:lnTo>
                      <a:lnTo>
                        <a:pt x="6785" y="52774"/>
                      </a:lnTo>
                      <a:lnTo>
                        <a:pt x="0" y="86360"/>
                      </a:lnTo>
                      <a:lnTo>
                        <a:pt x="0" y="431927"/>
                      </a:lnTo>
                      <a:lnTo>
                        <a:pt x="6785" y="465512"/>
                      </a:lnTo>
                      <a:lnTo>
                        <a:pt x="25293" y="492966"/>
                      </a:lnTo>
                      <a:lnTo>
                        <a:pt x="52747" y="511490"/>
                      </a:lnTo>
                      <a:lnTo>
                        <a:pt x="86372" y="518287"/>
                      </a:lnTo>
                      <a:lnTo>
                        <a:pt x="2042998" y="518287"/>
                      </a:lnTo>
                      <a:lnTo>
                        <a:pt x="2076583" y="511490"/>
                      </a:lnTo>
                      <a:lnTo>
                        <a:pt x="2104037" y="492966"/>
                      </a:lnTo>
                      <a:lnTo>
                        <a:pt x="2122561" y="465512"/>
                      </a:lnTo>
                      <a:lnTo>
                        <a:pt x="2129358" y="431927"/>
                      </a:lnTo>
                      <a:lnTo>
                        <a:pt x="2129358" y="86360"/>
                      </a:lnTo>
                      <a:lnTo>
                        <a:pt x="2122561" y="52774"/>
                      </a:lnTo>
                      <a:lnTo>
                        <a:pt x="2104037" y="25320"/>
                      </a:lnTo>
                      <a:lnTo>
                        <a:pt x="2076583" y="6796"/>
                      </a:lnTo>
                      <a:lnTo>
                        <a:pt x="2042998" y="0"/>
                      </a:lnTo>
                      <a:close/>
                    </a:path>
                  </a:pathLst>
                </a:custGeom>
                <a:solidFill>
                  <a:srgbClr val="87075A"/>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33"/>
                <p:cNvSpPr/>
                <p:nvPr/>
              </p:nvSpPr>
              <p:spPr>
                <a:xfrm>
                  <a:off x="311708" y="3155569"/>
                  <a:ext cx="2129790" cy="518795"/>
                </a:xfrm>
                <a:custGeom>
                  <a:avLst/>
                  <a:gdLst/>
                  <a:ahLst/>
                  <a:cxnLst/>
                  <a:rect l="l" t="t" r="r" b="b"/>
                  <a:pathLst>
                    <a:path w="2129790" h="518795">
                      <a:moveTo>
                        <a:pt x="0" y="86360"/>
                      </a:moveTo>
                      <a:lnTo>
                        <a:pt x="6785" y="52774"/>
                      </a:lnTo>
                      <a:lnTo>
                        <a:pt x="25293" y="25320"/>
                      </a:lnTo>
                      <a:lnTo>
                        <a:pt x="52747" y="6796"/>
                      </a:lnTo>
                      <a:lnTo>
                        <a:pt x="86372" y="0"/>
                      </a:lnTo>
                      <a:lnTo>
                        <a:pt x="2042998" y="0"/>
                      </a:lnTo>
                      <a:lnTo>
                        <a:pt x="2076583" y="6796"/>
                      </a:lnTo>
                      <a:lnTo>
                        <a:pt x="2104037" y="25320"/>
                      </a:lnTo>
                      <a:lnTo>
                        <a:pt x="2122561" y="52774"/>
                      </a:lnTo>
                      <a:lnTo>
                        <a:pt x="2129358" y="86360"/>
                      </a:lnTo>
                      <a:lnTo>
                        <a:pt x="2129358" y="431927"/>
                      </a:lnTo>
                      <a:lnTo>
                        <a:pt x="2122561" y="465512"/>
                      </a:lnTo>
                      <a:lnTo>
                        <a:pt x="2104037" y="492966"/>
                      </a:lnTo>
                      <a:lnTo>
                        <a:pt x="2076583" y="511490"/>
                      </a:lnTo>
                      <a:lnTo>
                        <a:pt x="2042998" y="518287"/>
                      </a:lnTo>
                      <a:lnTo>
                        <a:pt x="86372" y="518287"/>
                      </a:lnTo>
                      <a:lnTo>
                        <a:pt x="52747" y="511490"/>
                      </a:lnTo>
                      <a:lnTo>
                        <a:pt x="25293" y="492966"/>
                      </a:lnTo>
                      <a:lnTo>
                        <a:pt x="6785" y="465512"/>
                      </a:lnTo>
                      <a:lnTo>
                        <a:pt x="0" y="431927"/>
                      </a:lnTo>
                      <a:lnTo>
                        <a:pt x="0" y="86360"/>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4" name="object 34"/>
              <p:cNvSpPr txBox="1"/>
              <p:nvPr/>
            </p:nvSpPr>
            <p:spPr>
              <a:xfrm>
                <a:off x="545388" y="3224276"/>
                <a:ext cx="1661160" cy="359137"/>
              </a:xfrm>
              <a:prstGeom prst="rect">
                <a:avLst/>
              </a:prstGeom>
            </p:spPr>
            <p:txBody>
              <a:bodyPr vert="horz" wrap="square" lIns="0" tIns="12700" rIns="0" bIns="0" rtlCol="0">
                <a:spAutoFit/>
              </a:bodyPr>
              <a:lstStyle/>
              <a:p>
                <a:pPr lvl="0" algn="ctr">
                  <a:lnSpc>
                    <a:spcPts val="1350"/>
                  </a:lnSpc>
                  <a:spcBef>
                    <a:spcPts val="100"/>
                  </a:spcBef>
                  <a:buClrTx/>
                  <a:defRPr/>
                </a:pPr>
                <a:r>
                  <a:rPr kumimoji="0" lang="en-US" sz="1100" b="1" i="0" u="none" strike="noStrike" kern="0" cap="none" spc="0" normalizeH="0" baseline="0" noProof="0" dirty="0">
                    <a:ln>
                      <a:noFill/>
                    </a:ln>
                    <a:solidFill>
                      <a:schemeClr val="bg1"/>
                    </a:solidFill>
                    <a:effectLst/>
                    <a:uLnTx/>
                    <a:uFillTx/>
                    <a:latin typeface="Arial MT"/>
                    <a:cs typeface="Arial MT"/>
                  </a:rPr>
                  <a:t>“Session Control &amp; Exit”</a:t>
                </a:r>
                <a:r>
                  <a:rPr kumimoji="0" lang="en-US" sz="1100" b="0" i="0" u="none" strike="noStrike" kern="0" cap="none" spc="0" normalizeH="0" baseline="0" noProof="0" dirty="0">
                    <a:ln>
                      <a:noFill/>
                    </a:ln>
                    <a:solidFill>
                      <a:schemeClr val="bg1"/>
                    </a:solidFill>
                    <a:effectLst/>
                    <a:uLnTx/>
                    <a:uFillTx/>
                    <a:latin typeface="Arial MT"/>
                    <a:cs typeface="Arial MT"/>
                  </a:rPr>
                  <a:t> Manage your stay</a:t>
                </a:r>
                <a:endParaRPr kumimoji="0" sz="1100" b="0" i="0" u="none" strike="noStrike" kern="0" cap="none" spc="0" normalizeH="0" baseline="0" noProof="0" dirty="0">
                  <a:ln>
                    <a:noFill/>
                  </a:ln>
                  <a:solidFill>
                    <a:schemeClr val="bg1"/>
                  </a:solidFill>
                  <a:effectLst/>
                  <a:uLnTx/>
                  <a:uFillTx/>
                  <a:latin typeface="Arial MT"/>
                  <a:cs typeface="Arial MT"/>
                </a:endParaRPr>
              </a:p>
            </p:txBody>
          </p:sp>
          <p:sp>
            <p:nvSpPr>
              <p:cNvPr id="42" name="object 42"/>
              <p:cNvSpPr txBox="1"/>
              <p:nvPr/>
            </p:nvSpPr>
            <p:spPr>
              <a:xfrm>
                <a:off x="399651" y="2527808"/>
                <a:ext cx="1952633" cy="468718"/>
              </a:xfrm>
              <a:prstGeom prst="rect">
                <a:avLst/>
              </a:prstGeom>
            </p:spPr>
            <p:txBody>
              <a:bodyPr vert="horz" wrap="square" lIns="0" tIns="65405" rIns="0" bIns="0" rtlCol="0">
                <a:spAutoFit/>
              </a:bodyPr>
              <a:lstStyle/>
              <a:p>
                <a:pPr marR="33020" lvl="0" algn="ctr">
                  <a:spcBef>
                    <a:spcPts val="515"/>
                  </a:spcBef>
                  <a:buClrTx/>
                  <a:defRPr/>
                </a:pPr>
                <a:r>
                  <a:rPr kumimoji="0" lang="en-US" sz="1100" b="1" i="0" u="none" strike="noStrike" kern="0" cap="none" spc="0" normalizeH="0" baseline="0" noProof="0" dirty="0">
                    <a:ln>
                      <a:noFill/>
                    </a:ln>
                    <a:solidFill>
                      <a:schemeClr val="bg1"/>
                    </a:solidFill>
                    <a:effectLst/>
                    <a:uLnTx/>
                    <a:uFillTx/>
                    <a:latin typeface="Arial MT"/>
                    <a:cs typeface="Arial MT"/>
                  </a:rPr>
                  <a:t>“Provider Console &amp; Ops”</a:t>
                </a:r>
                <a:endParaRPr lang="en-US" sz="1100" dirty="0">
                  <a:solidFill>
                    <a:schemeClr val="bg1"/>
                  </a:solidFill>
                  <a:latin typeface="Arial MT"/>
                  <a:cs typeface="Arial MT"/>
                </a:endParaRPr>
              </a:p>
              <a:p>
                <a:pPr marR="33020" lvl="0" algn="ctr">
                  <a:spcBef>
                    <a:spcPts val="515"/>
                  </a:spcBef>
                  <a:buClrTx/>
                  <a:defRPr/>
                </a:pPr>
                <a:r>
                  <a:rPr kumimoji="0" lang="en-US" sz="1100" b="0" i="0" u="none" strike="noStrike" kern="0" cap="none" spc="0" normalizeH="0" baseline="0" noProof="0" dirty="0">
                    <a:ln>
                      <a:noFill/>
                    </a:ln>
                    <a:solidFill>
                      <a:schemeClr val="bg1"/>
                    </a:solidFill>
                    <a:effectLst/>
                    <a:uLnTx/>
                    <a:uFillTx/>
                    <a:latin typeface="Arial MT"/>
                    <a:cs typeface="Arial MT"/>
                  </a:rPr>
                  <a:t>Self‑serve supply and insights</a:t>
                </a:r>
                <a:endParaRPr kumimoji="0" sz="1100" b="0" i="0" u="none" strike="noStrike" kern="0" cap="none" spc="0" normalizeH="0" baseline="0" noProof="0" dirty="0">
                  <a:ln>
                    <a:noFill/>
                  </a:ln>
                  <a:solidFill>
                    <a:schemeClr val="bg1"/>
                  </a:solidFill>
                  <a:effectLst/>
                  <a:uLnTx/>
                  <a:uFillTx/>
                  <a:latin typeface="Arial MT"/>
                  <a:cs typeface="Arial MT"/>
                </a:endParaRPr>
              </a:p>
            </p:txBody>
          </p:sp>
          <p:grpSp>
            <p:nvGrpSpPr>
              <p:cNvPr id="51" name="Group 50">
                <a:extLst>
                  <a:ext uri="{FF2B5EF4-FFF2-40B4-BE49-F238E27FC236}">
                    <a16:creationId xmlns:a16="http://schemas.microsoft.com/office/drawing/2014/main" id="{C40BB034-D704-4DD2-653D-E23D9B27EA97}"/>
                  </a:ext>
                </a:extLst>
              </p:cNvPr>
              <p:cNvGrpSpPr/>
              <p:nvPr/>
            </p:nvGrpSpPr>
            <p:grpSpPr>
              <a:xfrm>
                <a:off x="311700" y="3748557"/>
                <a:ext cx="8413327" cy="1081406"/>
                <a:chOff x="311700" y="4243857"/>
                <a:chExt cx="8413327" cy="1081406"/>
              </a:xfrm>
            </p:grpSpPr>
            <p:grpSp>
              <p:nvGrpSpPr>
                <p:cNvPr id="43" name="object 43"/>
                <p:cNvGrpSpPr/>
                <p:nvPr/>
              </p:nvGrpSpPr>
              <p:grpSpPr>
                <a:xfrm>
                  <a:off x="2441059" y="4295686"/>
                  <a:ext cx="6283968" cy="977266"/>
                  <a:chOff x="2441059" y="4295686"/>
                  <a:chExt cx="6283968" cy="977266"/>
                </a:xfrm>
              </p:grpSpPr>
              <p:sp>
                <p:nvSpPr>
                  <p:cNvPr id="44" name="object 44"/>
                  <p:cNvSpPr/>
                  <p:nvPr/>
                </p:nvSpPr>
                <p:spPr>
                  <a:xfrm>
                    <a:off x="2441067" y="4295686"/>
                    <a:ext cx="6283960" cy="414655"/>
                  </a:xfrm>
                  <a:custGeom>
                    <a:avLst/>
                    <a:gdLst/>
                    <a:ahLst/>
                    <a:cxnLst/>
                    <a:rect l="l" t="t" r="r" b="b"/>
                    <a:pathLst>
                      <a:path w="6283959" h="414654">
                        <a:moveTo>
                          <a:pt x="6214744" y="0"/>
                        </a:moveTo>
                        <a:lnTo>
                          <a:pt x="0" y="0"/>
                        </a:lnTo>
                        <a:lnTo>
                          <a:pt x="0" y="414578"/>
                        </a:lnTo>
                        <a:lnTo>
                          <a:pt x="6214744" y="414578"/>
                        </a:lnTo>
                        <a:lnTo>
                          <a:pt x="6241613" y="409148"/>
                        </a:lnTo>
                        <a:lnTo>
                          <a:pt x="6263576" y="394339"/>
                        </a:lnTo>
                        <a:lnTo>
                          <a:pt x="6278395" y="372375"/>
                        </a:lnTo>
                        <a:lnTo>
                          <a:pt x="6283833" y="345478"/>
                        </a:lnTo>
                        <a:lnTo>
                          <a:pt x="6283833" y="69100"/>
                        </a:lnTo>
                        <a:lnTo>
                          <a:pt x="6278395" y="42203"/>
                        </a:lnTo>
                        <a:lnTo>
                          <a:pt x="6263576" y="20239"/>
                        </a:lnTo>
                        <a:lnTo>
                          <a:pt x="6241613" y="5430"/>
                        </a:lnTo>
                        <a:lnTo>
                          <a:pt x="6214744" y="0"/>
                        </a:lnTo>
                        <a:close/>
                      </a:path>
                    </a:pathLst>
                  </a:custGeom>
                  <a:solidFill>
                    <a:srgbClr val="FFEDD9">
                      <a:alpha val="90194"/>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5" name="object 45"/>
                  <p:cNvSpPr/>
                  <p:nvPr/>
                </p:nvSpPr>
                <p:spPr>
                  <a:xfrm>
                    <a:off x="2441067" y="4295686"/>
                    <a:ext cx="6283960" cy="414655"/>
                  </a:xfrm>
                  <a:custGeom>
                    <a:avLst/>
                    <a:gdLst/>
                    <a:ahLst/>
                    <a:cxnLst/>
                    <a:rect l="l" t="t" r="r" b="b"/>
                    <a:pathLst>
                      <a:path w="6283959" h="414654">
                        <a:moveTo>
                          <a:pt x="6283833" y="69100"/>
                        </a:moveTo>
                        <a:lnTo>
                          <a:pt x="6283833" y="345478"/>
                        </a:lnTo>
                        <a:lnTo>
                          <a:pt x="6278395" y="372375"/>
                        </a:lnTo>
                        <a:lnTo>
                          <a:pt x="6263576" y="394339"/>
                        </a:lnTo>
                        <a:lnTo>
                          <a:pt x="6241613" y="409148"/>
                        </a:lnTo>
                        <a:lnTo>
                          <a:pt x="6214744" y="414578"/>
                        </a:lnTo>
                        <a:lnTo>
                          <a:pt x="0" y="414578"/>
                        </a:lnTo>
                        <a:lnTo>
                          <a:pt x="0" y="0"/>
                        </a:lnTo>
                        <a:lnTo>
                          <a:pt x="6214744" y="0"/>
                        </a:lnTo>
                        <a:lnTo>
                          <a:pt x="6241613" y="5430"/>
                        </a:lnTo>
                        <a:lnTo>
                          <a:pt x="6263576" y="20239"/>
                        </a:lnTo>
                        <a:lnTo>
                          <a:pt x="6278395" y="42203"/>
                        </a:lnTo>
                        <a:lnTo>
                          <a:pt x="6283833" y="69100"/>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3" name="object 44">
                    <a:extLst>
                      <a:ext uri="{FF2B5EF4-FFF2-40B4-BE49-F238E27FC236}">
                        <a16:creationId xmlns:a16="http://schemas.microsoft.com/office/drawing/2014/main" id="{E2111F2A-E42B-F5AF-00D3-E01AB4C9B368}"/>
                      </a:ext>
                    </a:extLst>
                  </p:cNvPr>
                  <p:cNvSpPr/>
                  <p:nvPr/>
                </p:nvSpPr>
                <p:spPr>
                  <a:xfrm>
                    <a:off x="2441059" y="4858297"/>
                    <a:ext cx="6283960" cy="414655"/>
                  </a:xfrm>
                  <a:custGeom>
                    <a:avLst/>
                    <a:gdLst/>
                    <a:ahLst/>
                    <a:cxnLst/>
                    <a:rect l="l" t="t" r="r" b="b"/>
                    <a:pathLst>
                      <a:path w="6283959" h="414654">
                        <a:moveTo>
                          <a:pt x="6214744" y="0"/>
                        </a:moveTo>
                        <a:lnTo>
                          <a:pt x="0" y="0"/>
                        </a:lnTo>
                        <a:lnTo>
                          <a:pt x="0" y="414578"/>
                        </a:lnTo>
                        <a:lnTo>
                          <a:pt x="6214744" y="414578"/>
                        </a:lnTo>
                        <a:lnTo>
                          <a:pt x="6241613" y="409148"/>
                        </a:lnTo>
                        <a:lnTo>
                          <a:pt x="6263576" y="394339"/>
                        </a:lnTo>
                        <a:lnTo>
                          <a:pt x="6278395" y="372375"/>
                        </a:lnTo>
                        <a:lnTo>
                          <a:pt x="6283833" y="345478"/>
                        </a:lnTo>
                        <a:lnTo>
                          <a:pt x="6283833" y="69100"/>
                        </a:lnTo>
                        <a:lnTo>
                          <a:pt x="6278395" y="42203"/>
                        </a:lnTo>
                        <a:lnTo>
                          <a:pt x="6263576" y="20239"/>
                        </a:lnTo>
                        <a:lnTo>
                          <a:pt x="6241613" y="5430"/>
                        </a:lnTo>
                        <a:lnTo>
                          <a:pt x="6214744" y="0"/>
                        </a:lnTo>
                        <a:close/>
                      </a:path>
                    </a:pathLst>
                  </a:custGeom>
                  <a:solidFill>
                    <a:srgbClr val="FFEDD9">
                      <a:alpha val="90194"/>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6" name="object 46"/>
                <p:cNvSpPr txBox="1"/>
                <p:nvPr/>
              </p:nvSpPr>
              <p:spPr>
                <a:xfrm>
                  <a:off x="3005708" y="4306316"/>
                  <a:ext cx="5566792" cy="371897"/>
                </a:xfrm>
                <a:prstGeom prst="rect">
                  <a:avLst/>
                </a:prstGeom>
              </p:spPr>
              <p:txBody>
                <a:bodyPr vert="horz" wrap="square" lIns="0" tIns="38100" rIns="0" bIns="0" rtlCol="0">
                  <a:spAutoFit/>
                </a:bodyPr>
                <a:lstStyle/>
                <a:p>
                  <a:pPr marL="454659" marR="5080" indent="-441959">
                    <a:lnSpc>
                      <a:spcPts val="1250"/>
                    </a:lnSpc>
                    <a:spcBef>
                      <a:spcPts val="300"/>
                    </a:spcBef>
                    <a:buClrTx/>
                    <a:defRPr/>
                  </a:pPr>
                  <a:r>
                    <a:rPr kumimoji="0" lang="en-US" sz="1200" i="0" u="none" strike="noStrike" kern="0" cap="none" spc="-10" normalizeH="0" baseline="0" noProof="0" dirty="0">
                      <a:ln>
                        <a:noFill/>
                      </a:ln>
                      <a:solidFill>
                        <a:sysClr val="windowText" lastClr="000000"/>
                      </a:solidFill>
                      <a:effectLst/>
                      <a:uLnTx/>
                      <a:uFillTx/>
                      <a:latin typeface="Arial"/>
                      <a:cs typeface="Arial"/>
                    </a:rPr>
                    <a:t>Turn‑by‑turn to the correct entrance, arrival checklist, and hardware‑lite access via QR/NFC (plate entry fallback); bay/level guidance on success.</a:t>
                  </a:r>
                </a:p>
              </p:txBody>
            </p:sp>
            <p:grpSp>
              <p:nvGrpSpPr>
                <p:cNvPr id="47" name="object 47"/>
                <p:cNvGrpSpPr/>
                <p:nvPr/>
              </p:nvGrpSpPr>
              <p:grpSpPr>
                <a:xfrm>
                  <a:off x="311700" y="4243857"/>
                  <a:ext cx="2129798" cy="1081406"/>
                  <a:chOff x="311700" y="4243857"/>
                  <a:chExt cx="2129798" cy="1081406"/>
                </a:xfrm>
              </p:grpSpPr>
              <p:sp>
                <p:nvSpPr>
                  <p:cNvPr id="48" name="object 48"/>
                  <p:cNvSpPr/>
                  <p:nvPr/>
                </p:nvSpPr>
                <p:spPr>
                  <a:xfrm>
                    <a:off x="311708" y="4243857"/>
                    <a:ext cx="2129790" cy="518795"/>
                  </a:xfrm>
                  <a:custGeom>
                    <a:avLst/>
                    <a:gdLst/>
                    <a:ahLst/>
                    <a:cxnLst/>
                    <a:rect l="l" t="t" r="r" b="b"/>
                    <a:pathLst>
                      <a:path w="2129790" h="518795">
                        <a:moveTo>
                          <a:pt x="2042998" y="0"/>
                        </a:moveTo>
                        <a:lnTo>
                          <a:pt x="86372" y="0"/>
                        </a:lnTo>
                        <a:lnTo>
                          <a:pt x="52747" y="6787"/>
                        </a:lnTo>
                        <a:lnTo>
                          <a:pt x="25293" y="25298"/>
                        </a:lnTo>
                        <a:lnTo>
                          <a:pt x="6785" y="52753"/>
                        </a:lnTo>
                        <a:lnTo>
                          <a:pt x="0" y="86372"/>
                        </a:lnTo>
                        <a:lnTo>
                          <a:pt x="0" y="431863"/>
                        </a:lnTo>
                        <a:lnTo>
                          <a:pt x="6785" y="465483"/>
                        </a:lnTo>
                        <a:lnTo>
                          <a:pt x="25293" y="492937"/>
                        </a:lnTo>
                        <a:lnTo>
                          <a:pt x="52747" y="511448"/>
                        </a:lnTo>
                        <a:lnTo>
                          <a:pt x="86372" y="518236"/>
                        </a:lnTo>
                        <a:lnTo>
                          <a:pt x="2042998" y="518236"/>
                        </a:lnTo>
                        <a:lnTo>
                          <a:pt x="2076583" y="511448"/>
                        </a:lnTo>
                        <a:lnTo>
                          <a:pt x="2104037" y="492937"/>
                        </a:lnTo>
                        <a:lnTo>
                          <a:pt x="2122561" y="465483"/>
                        </a:lnTo>
                        <a:lnTo>
                          <a:pt x="2129358" y="431863"/>
                        </a:lnTo>
                        <a:lnTo>
                          <a:pt x="2129358" y="86372"/>
                        </a:lnTo>
                        <a:lnTo>
                          <a:pt x="2122561" y="52753"/>
                        </a:lnTo>
                        <a:lnTo>
                          <a:pt x="2104037" y="25298"/>
                        </a:lnTo>
                        <a:lnTo>
                          <a:pt x="2076583" y="6787"/>
                        </a:lnTo>
                        <a:lnTo>
                          <a:pt x="2042998" y="0"/>
                        </a:lnTo>
                        <a:close/>
                      </a:path>
                    </a:pathLst>
                  </a:custGeom>
                  <a:solidFill>
                    <a:srgbClr val="4E0168"/>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49"/>
                  <p:cNvSpPr/>
                  <p:nvPr/>
                </p:nvSpPr>
                <p:spPr>
                  <a:xfrm>
                    <a:off x="311708" y="4243857"/>
                    <a:ext cx="2129790" cy="518795"/>
                  </a:xfrm>
                  <a:custGeom>
                    <a:avLst/>
                    <a:gdLst/>
                    <a:ahLst/>
                    <a:cxnLst/>
                    <a:rect l="l" t="t" r="r" b="b"/>
                    <a:pathLst>
                      <a:path w="2129790" h="518795">
                        <a:moveTo>
                          <a:pt x="0" y="86372"/>
                        </a:moveTo>
                        <a:lnTo>
                          <a:pt x="6785" y="52753"/>
                        </a:lnTo>
                        <a:lnTo>
                          <a:pt x="25293" y="25298"/>
                        </a:lnTo>
                        <a:lnTo>
                          <a:pt x="52747" y="6787"/>
                        </a:lnTo>
                        <a:lnTo>
                          <a:pt x="86372" y="0"/>
                        </a:lnTo>
                        <a:lnTo>
                          <a:pt x="2042998" y="0"/>
                        </a:lnTo>
                        <a:lnTo>
                          <a:pt x="2076583" y="6787"/>
                        </a:lnTo>
                        <a:lnTo>
                          <a:pt x="2104037" y="25298"/>
                        </a:lnTo>
                        <a:lnTo>
                          <a:pt x="2122561" y="52753"/>
                        </a:lnTo>
                        <a:lnTo>
                          <a:pt x="2129358" y="86372"/>
                        </a:lnTo>
                        <a:lnTo>
                          <a:pt x="2129358" y="431863"/>
                        </a:lnTo>
                        <a:lnTo>
                          <a:pt x="2122561" y="465483"/>
                        </a:lnTo>
                        <a:lnTo>
                          <a:pt x="2104037" y="492937"/>
                        </a:lnTo>
                        <a:lnTo>
                          <a:pt x="2076583" y="511448"/>
                        </a:lnTo>
                        <a:lnTo>
                          <a:pt x="2042998" y="518236"/>
                        </a:lnTo>
                        <a:lnTo>
                          <a:pt x="86372" y="518236"/>
                        </a:lnTo>
                        <a:lnTo>
                          <a:pt x="52747" y="511448"/>
                        </a:lnTo>
                        <a:lnTo>
                          <a:pt x="25293" y="492937"/>
                        </a:lnTo>
                        <a:lnTo>
                          <a:pt x="6785" y="465483"/>
                        </a:lnTo>
                        <a:lnTo>
                          <a:pt x="0" y="431863"/>
                        </a:lnTo>
                        <a:lnTo>
                          <a:pt x="0" y="86372"/>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49">
                    <a:extLst>
                      <a:ext uri="{FF2B5EF4-FFF2-40B4-BE49-F238E27FC236}">
                        <a16:creationId xmlns:a16="http://schemas.microsoft.com/office/drawing/2014/main" id="{3DE4326B-001D-2E67-E4BA-A2FEB8E2AD3E}"/>
                      </a:ext>
                    </a:extLst>
                  </p:cNvPr>
                  <p:cNvSpPr/>
                  <p:nvPr/>
                </p:nvSpPr>
                <p:spPr>
                  <a:xfrm>
                    <a:off x="311700" y="4806468"/>
                    <a:ext cx="2129790" cy="518795"/>
                  </a:xfrm>
                  <a:custGeom>
                    <a:avLst/>
                    <a:gdLst/>
                    <a:ahLst/>
                    <a:cxnLst/>
                    <a:rect l="l" t="t" r="r" b="b"/>
                    <a:pathLst>
                      <a:path w="2129790" h="518795">
                        <a:moveTo>
                          <a:pt x="0" y="86372"/>
                        </a:moveTo>
                        <a:lnTo>
                          <a:pt x="6785" y="52753"/>
                        </a:lnTo>
                        <a:lnTo>
                          <a:pt x="25293" y="25298"/>
                        </a:lnTo>
                        <a:lnTo>
                          <a:pt x="52747" y="6787"/>
                        </a:lnTo>
                        <a:lnTo>
                          <a:pt x="86372" y="0"/>
                        </a:lnTo>
                        <a:lnTo>
                          <a:pt x="2042998" y="0"/>
                        </a:lnTo>
                        <a:lnTo>
                          <a:pt x="2076583" y="6787"/>
                        </a:lnTo>
                        <a:lnTo>
                          <a:pt x="2104037" y="25298"/>
                        </a:lnTo>
                        <a:lnTo>
                          <a:pt x="2122561" y="52753"/>
                        </a:lnTo>
                        <a:lnTo>
                          <a:pt x="2129358" y="86372"/>
                        </a:lnTo>
                        <a:lnTo>
                          <a:pt x="2129358" y="431863"/>
                        </a:lnTo>
                        <a:lnTo>
                          <a:pt x="2122561" y="465483"/>
                        </a:lnTo>
                        <a:lnTo>
                          <a:pt x="2104037" y="492937"/>
                        </a:lnTo>
                        <a:lnTo>
                          <a:pt x="2076583" y="511448"/>
                        </a:lnTo>
                        <a:lnTo>
                          <a:pt x="2042998" y="518236"/>
                        </a:lnTo>
                        <a:lnTo>
                          <a:pt x="86372" y="518236"/>
                        </a:lnTo>
                        <a:lnTo>
                          <a:pt x="52747" y="511448"/>
                        </a:lnTo>
                        <a:lnTo>
                          <a:pt x="25293" y="492937"/>
                        </a:lnTo>
                        <a:lnTo>
                          <a:pt x="6785" y="465483"/>
                        </a:lnTo>
                        <a:lnTo>
                          <a:pt x="0" y="431863"/>
                        </a:lnTo>
                        <a:lnTo>
                          <a:pt x="0" y="86372"/>
                        </a:lnTo>
                        <a:close/>
                      </a:path>
                    </a:pathLst>
                  </a:custGeom>
                  <a:ln w="25400">
                    <a:solidFill>
                      <a:srgbClr val="FFFF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0" name="object 50"/>
                <p:cNvSpPr txBox="1"/>
                <p:nvPr/>
              </p:nvSpPr>
              <p:spPr>
                <a:xfrm>
                  <a:off x="389872" y="4259986"/>
                  <a:ext cx="1952632" cy="436017"/>
                </a:xfrm>
                <a:prstGeom prst="rect">
                  <a:avLst/>
                </a:prstGeom>
              </p:spPr>
              <p:txBody>
                <a:bodyPr vert="horz" wrap="square" lIns="0" tIns="45720" rIns="0" bIns="0" rtlCol="0">
                  <a:spAutoFit/>
                </a:bodyPr>
                <a:lstStyle/>
                <a:p>
                  <a:pPr marL="43815" lvl="0" algn="ctr">
                    <a:spcBef>
                      <a:spcPts val="425"/>
                    </a:spcBef>
                    <a:buClrTx/>
                    <a:defRPr/>
                  </a:pPr>
                  <a:r>
                    <a:rPr lang="en-US" sz="1100" b="1" dirty="0">
                      <a:solidFill>
                        <a:srgbClr val="FFFFFF"/>
                      </a:solidFill>
                      <a:latin typeface="Arial MT"/>
                      <a:cs typeface="Arial MT"/>
                    </a:rPr>
                    <a:t>“Guided Arrival &amp; Access”</a:t>
                  </a:r>
                  <a:r>
                    <a:rPr lang="en-US" sz="1100" dirty="0">
                      <a:solidFill>
                        <a:srgbClr val="FFFFFF"/>
                      </a:solidFill>
                      <a:latin typeface="Arial MT"/>
                      <a:cs typeface="Arial MT"/>
                    </a:rPr>
                    <a:t> </a:t>
                  </a:r>
                </a:p>
                <a:p>
                  <a:pPr marL="43815" lvl="0" algn="ctr">
                    <a:spcBef>
                      <a:spcPts val="425"/>
                    </a:spcBef>
                    <a:buClrTx/>
                    <a:defRPr/>
                  </a:pPr>
                  <a:r>
                    <a:rPr lang="en-US" sz="1100" dirty="0">
                      <a:solidFill>
                        <a:srgbClr val="FFFFFF"/>
                      </a:solidFill>
                      <a:latin typeface="Arial MT"/>
                      <a:cs typeface="Arial MT"/>
                    </a:rPr>
                    <a:t>Navigate and validate</a:t>
                  </a:r>
                  <a:endParaRPr lang="en-US" sz="1050" dirty="0">
                    <a:solidFill>
                      <a:sysClr val="windowText" lastClr="000000"/>
                    </a:solidFill>
                    <a:latin typeface="Arial MT"/>
                    <a:cs typeface="Arial MT"/>
                  </a:endParaRPr>
                </a:p>
              </p:txBody>
            </p:sp>
            <p:sp>
              <p:nvSpPr>
                <p:cNvPr id="54" name="object 46">
                  <a:extLst>
                    <a:ext uri="{FF2B5EF4-FFF2-40B4-BE49-F238E27FC236}">
                      <a16:creationId xmlns:a16="http://schemas.microsoft.com/office/drawing/2014/main" id="{6B40FA1E-EAED-7556-F6CF-19C472849765}"/>
                    </a:ext>
                  </a:extLst>
                </p:cNvPr>
                <p:cNvSpPr txBox="1"/>
                <p:nvPr/>
              </p:nvSpPr>
              <p:spPr>
                <a:xfrm>
                  <a:off x="3005700" y="4868927"/>
                  <a:ext cx="5566792" cy="371897"/>
                </a:xfrm>
                <a:prstGeom prst="rect">
                  <a:avLst/>
                </a:prstGeom>
              </p:spPr>
              <p:txBody>
                <a:bodyPr vert="horz" wrap="square" lIns="0" tIns="38100" rIns="0" bIns="0" rtlCol="0">
                  <a:spAutoFit/>
                </a:bodyPr>
                <a:lstStyle/>
                <a:p>
                  <a:pPr marL="454659" marR="5080" indent="-441959">
                    <a:lnSpc>
                      <a:spcPts val="1250"/>
                    </a:lnSpc>
                    <a:spcBef>
                      <a:spcPts val="300"/>
                    </a:spcBef>
                    <a:buClrTx/>
                    <a:defRPr/>
                  </a:pPr>
                  <a:r>
                    <a:rPr kumimoji="0" lang="en-US" sz="1200" i="0" u="none" strike="noStrike" kern="0" cap="none" spc="-10" normalizeH="0" baseline="0" noProof="0" dirty="0">
                      <a:ln>
                        <a:noFill/>
                      </a:ln>
                      <a:solidFill>
                        <a:sysClr val="windowText" lastClr="000000"/>
                      </a:solidFill>
                      <a:effectLst/>
                      <a:uLnTx/>
                      <a:uFillTx/>
                      <a:latin typeface="Arial"/>
                      <a:cs typeface="Arial"/>
                    </a:rPr>
                    <a:t>Clear notifications for confirmations, swap notices, reminders, and extension prompts; instant receipts and quick help.</a:t>
                  </a:r>
                </a:p>
              </p:txBody>
            </p:sp>
            <p:sp>
              <p:nvSpPr>
                <p:cNvPr id="56" name="object 50">
                  <a:extLst>
                    <a:ext uri="{FF2B5EF4-FFF2-40B4-BE49-F238E27FC236}">
                      <a16:creationId xmlns:a16="http://schemas.microsoft.com/office/drawing/2014/main" id="{EA5905C0-7E1C-F002-B361-BDD8353F248A}"/>
                    </a:ext>
                  </a:extLst>
                </p:cNvPr>
                <p:cNvSpPr txBox="1"/>
                <p:nvPr/>
              </p:nvSpPr>
              <p:spPr>
                <a:xfrm>
                  <a:off x="389864" y="4858297"/>
                  <a:ext cx="1952632" cy="369332"/>
                </a:xfrm>
                <a:prstGeom prst="rect">
                  <a:avLst/>
                </a:prstGeom>
              </p:spPr>
              <p:txBody>
                <a:bodyPr vert="horz" wrap="square" lIns="0" tIns="45720" rIns="0" bIns="0" rtlCol="0">
                  <a:spAutoFit/>
                </a:bodyPr>
                <a:lstStyle/>
                <a:p>
                  <a:pPr marL="43815" lvl="0" algn="ctr">
                    <a:spcBef>
                      <a:spcPts val="425"/>
                    </a:spcBef>
                    <a:buClrTx/>
                    <a:defRPr/>
                  </a:pPr>
                  <a:r>
                    <a:rPr lang="en-US" sz="1050" b="1" dirty="0">
                      <a:solidFill>
                        <a:schemeClr val="bg1"/>
                      </a:solidFill>
                      <a:latin typeface="Arial MT"/>
                      <a:cs typeface="Arial MT"/>
                    </a:rPr>
                    <a:t>“Proactive Alerts &amp; Support”</a:t>
                  </a:r>
                  <a:r>
                    <a:rPr lang="en-US" sz="1050" dirty="0">
                      <a:solidFill>
                        <a:schemeClr val="bg1"/>
                      </a:solidFill>
                      <a:latin typeface="Arial MT"/>
                      <a:cs typeface="Arial MT"/>
                    </a:rPr>
                    <a:t> Stay informed end‑to‑end</a:t>
                  </a:r>
                </a:p>
              </p:txBody>
            </p:sp>
          </p:grpSp>
        </p:grpSp>
      </p:gr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TotalTime>
  <Words>1727</Words>
  <Application>Microsoft Office PowerPoint</Application>
  <PresentationFormat>On-screen Show (16:9)</PresentationFormat>
  <Paragraphs>108</Paragraphs>
  <Slides>16</Slides>
  <Notes>15</Notes>
  <HiddenSlides>3</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Arial MT</vt:lpstr>
      <vt:lpstr>Simple Light</vt:lpstr>
      <vt:lpstr>PowerPoint Presentation</vt:lpstr>
      <vt:lpstr>PowerPoint Presentation</vt:lpstr>
      <vt:lpstr>PowerPoint Presentation</vt:lpstr>
      <vt:lpstr>Opportunities – USP and “How It Solves” the problem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Opportunities – USP and “How It Solves” the problem</vt:lpstr>
      <vt:lpstr>List of features offered by the solution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Omkar</dc:creator>
  <cp:lastModifiedBy>Omkar Lolage</cp:lastModifiedBy>
  <cp:revision>1</cp:revision>
  <dcterms:modified xsi:type="dcterms:W3CDTF">2025-10-21T18:22:41Z</dcterms:modified>
</cp:coreProperties>
</file>